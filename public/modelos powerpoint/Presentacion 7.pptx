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Brother" charset="1" panose="00000000000000000000"/>
      <p:regular r:id="rId19"/>
    </p:embeddedFont>
    <p:embeddedFont>
      <p:font typeface="Dreaming Outloud San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45.png" Type="http://schemas.openxmlformats.org/officeDocument/2006/relationships/image"/><Relationship Id="rId15" Target="../media/image46.svg" Type="http://schemas.openxmlformats.org/officeDocument/2006/relationships/image"/><Relationship Id="rId16" Target="../media/image29.png" Type="http://schemas.openxmlformats.org/officeDocument/2006/relationships/image"/><Relationship Id="rId17" Target="../media/image30.svg" Type="http://schemas.openxmlformats.org/officeDocument/2006/relationships/imag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59.png" Type="http://schemas.openxmlformats.org/officeDocument/2006/relationships/image"/><Relationship Id="rId13" Target="../media/image60.svg" Type="http://schemas.openxmlformats.org/officeDocument/2006/relationships/image"/><Relationship Id="rId14" Target="../media/image1.png" Type="http://schemas.openxmlformats.org/officeDocument/2006/relationships/image"/><Relationship Id="rId15" Target="../media/image2.svg" Type="http://schemas.openxmlformats.org/officeDocument/2006/relationships/image"/><Relationship Id="rId16" Target="../media/image61.png" Type="http://schemas.openxmlformats.org/officeDocument/2006/relationships/image"/><Relationship Id="rId17" Target="../media/image62.svg" Type="http://schemas.openxmlformats.org/officeDocument/2006/relationships/imag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59.png" Type="http://schemas.openxmlformats.org/officeDocument/2006/relationships/image"/><Relationship Id="rId13" Target="../media/image60.svg" Type="http://schemas.openxmlformats.org/officeDocument/2006/relationships/image"/><Relationship Id="rId14" Target="../media/image1.png" Type="http://schemas.openxmlformats.org/officeDocument/2006/relationships/image"/><Relationship Id="rId15" Target="../media/image2.svg" Type="http://schemas.openxmlformats.org/officeDocument/2006/relationships/image"/><Relationship Id="rId16" Target="../media/image61.png" Type="http://schemas.openxmlformats.org/officeDocument/2006/relationships/image"/><Relationship Id="rId17" Target="../media/image62.svg" Type="http://schemas.openxmlformats.org/officeDocument/2006/relationships/imag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47.png" Type="http://schemas.openxmlformats.org/officeDocument/2006/relationships/image"/><Relationship Id="rId15" Target="../media/image48.svg" Type="http://schemas.openxmlformats.org/officeDocument/2006/relationships/image"/><Relationship Id="rId16" Target="../media/image51.png" Type="http://schemas.openxmlformats.org/officeDocument/2006/relationships/image"/><Relationship Id="rId17" Target="../media/image52.svg" Type="http://schemas.openxmlformats.org/officeDocument/2006/relationships/image"/><Relationship Id="rId18" Target="../media/image13.png" Type="http://schemas.openxmlformats.org/officeDocument/2006/relationships/image"/><Relationship Id="rId19" Target="../media/image14.svg" Type="http://schemas.openxmlformats.org/officeDocument/2006/relationships/image"/><Relationship Id="rId2" Target="../media/image35.png" Type="http://schemas.openxmlformats.org/officeDocument/2006/relationships/image"/><Relationship Id="rId20" Target="../media/image39.png" Type="http://schemas.openxmlformats.org/officeDocument/2006/relationships/image"/><Relationship Id="rId21" Target="../media/image40.svg" Type="http://schemas.openxmlformats.org/officeDocument/2006/relationships/image"/><Relationship Id="rId22" Target="../media/image45.png" Type="http://schemas.openxmlformats.org/officeDocument/2006/relationships/image"/><Relationship Id="rId23" Target="../media/image46.svg" Type="http://schemas.openxmlformats.org/officeDocument/2006/relationships/image"/><Relationship Id="rId3" Target="../media/image36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9.png" Type="http://schemas.openxmlformats.org/officeDocument/2006/relationships/image"/><Relationship Id="rId9" Target="../media/image6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F0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537" y="3606173"/>
            <a:ext cx="1773724" cy="2189783"/>
          </a:xfrm>
          <a:custGeom>
            <a:avLst/>
            <a:gdLst/>
            <a:ahLst/>
            <a:cxnLst/>
            <a:rect r="r" b="b" t="t" l="l"/>
            <a:pathLst>
              <a:path h="2189783" w="1773724">
                <a:moveTo>
                  <a:pt x="0" y="0"/>
                </a:moveTo>
                <a:lnTo>
                  <a:pt x="1773724" y="0"/>
                </a:lnTo>
                <a:lnTo>
                  <a:pt x="1773724" y="2189783"/>
                </a:lnTo>
                <a:lnTo>
                  <a:pt x="0" y="2189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46801" y="5180550"/>
            <a:ext cx="4755394" cy="4077750"/>
          </a:xfrm>
          <a:custGeom>
            <a:avLst/>
            <a:gdLst/>
            <a:ahLst/>
            <a:cxnLst/>
            <a:rect r="r" b="b" t="t" l="l"/>
            <a:pathLst>
              <a:path h="4077750" w="4755394">
                <a:moveTo>
                  <a:pt x="0" y="0"/>
                </a:moveTo>
                <a:lnTo>
                  <a:pt x="4755393" y="0"/>
                </a:lnTo>
                <a:lnTo>
                  <a:pt x="4755393" y="4077750"/>
                </a:lnTo>
                <a:lnTo>
                  <a:pt x="0" y="4077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16038" y="7873687"/>
            <a:ext cx="2305411" cy="2095042"/>
          </a:xfrm>
          <a:custGeom>
            <a:avLst/>
            <a:gdLst/>
            <a:ahLst/>
            <a:cxnLst/>
            <a:rect r="r" b="b" t="t" l="l"/>
            <a:pathLst>
              <a:path h="2095042" w="2305411">
                <a:moveTo>
                  <a:pt x="0" y="0"/>
                </a:moveTo>
                <a:lnTo>
                  <a:pt x="2305410" y="0"/>
                </a:lnTo>
                <a:lnTo>
                  <a:pt x="2305410" y="2095041"/>
                </a:lnTo>
                <a:lnTo>
                  <a:pt x="0" y="20950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29047" y="-876671"/>
            <a:ext cx="1759942" cy="1753343"/>
          </a:xfrm>
          <a:custGeom>
            <a:avLst/>
            <a:gdLst/>
            <a:ahLst/>
            <a:cxnLst/>
            <a:rect r="r" b="b" t="t" l="l"/>
            <a:pathLst>
              <a:path h="1753343" w="1759942">
                <a:moveTo>
                  <a:pt x="0" y="0"/>
                </a:moveTo>
                <a:lnTo>
                  <a:pt x="1759942" y="0"/>
                </a:lnTo>
                <a:lnTo>
                  <a:pt x="1759942" y="1753342"/>
                </a:lnTo>
                <a:lnTo>
                  <a:pt x="0" y="17533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5325" y="9258300"/>
            <a:ext cx="2457017" cy="2392521"/>
          </a:xfrm>
          <a:custGeom>
            <a:avLst/>
            <a:gdLst/>
            <a:ahLst/>
            <a:cxnLst/>
            <a:rect r="r" b="b" t="t" l="l"/>
            <a:pathLst>
              <a:path h="2392521" w="2457017">
                <a:moveTo>
                  <a:pt x="0" y="0"/>
                </a:moveTo>
                <a:lnTo>
                  <a:pt x="2457018" y="0"/>
                </a:lnTo>
                <a:lnTo>
                  <a:pt x="2457018" y="2392521"/>
                </a:lnTo>
                <a:lnTo>
                  <a:pt x="0" y="23925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08592" y="8017366"/>
            <a:ext cx="2494622" cy="2842874"/>
          </a:xfrm>
          <a:custGeom>
            <a:avLst/>
            <a:gdLst/>
            <a:ahLst/>
            <a:cxnLst/>
            <a:rect r="r" b="b" t="t" l="l"/>
            <a:pathLst>
              <a:path h="2842874" w="2494622">
                <a:moveTo>
                  <a:pt x="0" y="0"/>
                </a:moveTo>
                <a:lnTo>
                  <a:pt x="2494623" y="0"/>
                </a:lnTo>
                <a:lnTo>
                  <a:pt x="2494623" y="2842874"/>
                </a:lnTo>
                <a:lnTo>
                  <a:pt x="0" y="28428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0966" y="502500"/>
            <a:ext cx="3547448" cy="2953251"/>
          </a:xfrm>
          <a:custGeom>
            <a:avLst/>
            <a:gdLst/>
            <a:ahLst/>
            <a:cxnLst/>
            <a:rect r="r" b="b" t="t" l="l"/>
            <a:pathLst>
              <a:path h="2953251" w="3547448">
                <a:moveTo>
                  <a:pt x="0" y="0"/>
                </a:moveTo>
                <a:lnTo>
                  <a:pt x="3547448" y="0"/>
                </a:lnTo>
                <a:lnTo>
                  <a:pt x="3547448" y="2953250"/>
                </a:lnTo>
                <a:lnTo>
                  <a:pt x="0" y="2953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088229" y="5580172"/>
            <a:ext cx="1333500" cy="1613918"/>
          </a:xfrm>
          <a:custGeom>
            <a:avLst/>
            <a:gdLst/>
            <a:ahLst/>
            <a:cxnLst/>
            <a:rect r="r" b="b" t="t" l="l"/>
            <a:pathLst>
              <a:path h="1613918" w="1333500">
                <a:moveTo>
                  <a:pt x="0" y="0"/>
                </a:moveTo>
                <a:lnTo>
                  <a:pt x="1333500" y="0"/>
                </a:lnTo>
                <a:lnTo>
                  <a:pt x="1333500" y="1613918"/>
                </a:lnTo>
                <a:lnTo>
                  <a:pt x="0" y="161391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357539" y="-570872"/>
            <a:ext cx="2001786" cy="2696009"/>
          </a:xfrm>
          <a:custGeom>
            <a:avLst/>
            <a:gdLst/>
            <a:ahLst/>
            <a:cxnLst/>
            <a:rect r="r" b="b" t="t" l="l"/>
            <a:pathLst>
              <a:path h="2696009" w="2001786">
                <a:moveTo>
                  <a:pt x="0" y="0"/>
                </a:moveTo>
                <a:lnTo>
                  <a:pt x="2001786" y="0"/>
                </a:lnTo>
                <a:lnTo>
                  <a:pt x="2001786" y="2696009"/>
                </a:lnTo>
                <a:lnTo>
                  <a:pt x="0" y="269600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08040" y="7381403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0" y="0"/>
                </a:moveTo>
                <a:lnTo>
                  <a:pt x="4303058" y="0"/>
                </a:lnTo>
                <a:lnTo>
                  <a:pt x="430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557784" y="-844137"/>
            <a:ext cx="3057167" cy="2969274"/>
          </a:xfrm>
          <a:custGeom>
            <a:avLst/>
            <a:gdLst/>
            <a:ahLst/>
            <a:cxnLst/>
            <a:rect r="r" b="b" t="t" l="l"/>
            <a:pathLst>
              <a:path h="2969274" w="3057167">
                <a:moveTo>
                  <a:pt x="0" y="0"/>
                </a:moveTo>
                <a:lnTo>
                  <a:pt x="3057167" y="0"/>
                </a:lnTo>
                <a:lnTo>
                  <a:pt x="3057167" y="2969274"/>
                </a:lnTo>
                <a:lnTo>
                  <a:pt x="0" y="296927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477982">
            <a:off x="14841155" y="5580172"/>
            <a:ext cx="3765465" cy="4874388"/>
          </a:xfrm>
          <a:custGeom>
            <a:avLst/>
            <a:gdLst/>
            <a:ahLst/>
            <a:cxnLst/>
            <a:rect r="r" b="b" t="t" l="l"/>
            <a:pathLst>
              <a:path h="4874388" w="3765465">
                <a:moveTo>
                  <a:pt x="0" y="0"/>
                </a:moveTo>
                <a:lnTo>
                  <a:pt x="3765465" y="0"/>
                </a:lnTo>
                <a:lnTo>
                  <a:pt x="3765465" y="4874388"/>
                </a:lnTo>
                <a:lnTo>
                  <a:pt x="0" y="487438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037124" y="1637447"/>
            <a:ext cx="2444352" cy="3200461"/>
          </a:xfrm>
          <a:custGeom>
            <a:avLst/>
            <a:gdLst/>
            <a:ahLst/>
            <a:cxnLst/>
            <a:rect r="r" b="b" t="t" l="l"/>
            <a:pathLst>
              <a:path h="3200461" w="2444352">
                <a:moveTo>
                  <a:pt x="0" y="0"/>
                </a:moveTo>
                <a:lnTo>
                  <a:pt x="2444352" y="0"/>
                </a:lnTo>
                <a:lnTo>
                  <a:pt x="2444352" y="3200462"/>
                </a:lnTo>
                <a:lnTo>
                  <a:pt x="0" y="320046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573861" y="-746963"/>
            <a:ext cx="3137315" cy="2709856"/>
          </a:xfrm>
          <a:custGeom>
            <a:avLst/>
            <a:gdLst/>
            <a:ahLst/>
            <a:cxnLst/>
            <a:rect r="r" b="b" t="t" l="l"/>
            <a:pathLst>
              <a:path h="2709856" w="3137315">
                <a:moveTo>
                  <a:pt x="0" y="0"/>
                </a:moveTo>
                <a:lnTo>
                  <a:pt x="3137315" y="0"/>
                </a:lnTo>
                <a:lnTo>
                  <a:pt x="3137315" y="2709857"/>
                </a:lnTo>
                <a:lnTo>
                  <a:pt x="0" y="2709857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215566" y="777133"/>
            <a:ext cx="1353177" cy="1520424"/>
          </a:xfrm>
          <a:custGeom>
            <a:avLst/>
            <a:gdLst/>
            <a:ahLst/>
            <a:cxnLst/>
            <a:rect r="r" b="b" t="t" l="l"/>
            <a:pathLst>
              <a:path h="1520424" w="1353177">
                <a:moveTo>
                  <a:pt x="0" y="0"/>
                </a:moveTo>
                <a:lnTo>
                  <a:pt x="1353177" y="0"/>
                </a:lnTo>
                <a:lnTo>
                  <a:pt x="1353177" y="1520424"/>
                </a:lnTo>
                <a:lnTo>
                  <a:pt x="0" y="1520424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066649" y="3175695"/>
            <a:ext cx="8154702" cy="3470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40"/>
              </a:lnSpc>
            </a:pPr>
            <a:r>
              <a:rPr lang="en-US" sz="16764">
                <a:solidFill>
                  <a:srgbClr val="FA4141"/>
                </a:solidFill>
                <a:latin typeface="Brother"/>
                <a:ea typeface="Brother"/>
                <a:cs typeface="Brother"/>
                <a:sym typeface="Brother"/>
              </a:rPr>
              <a:t>likes and dislikes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00024" y="6056206"/>
            <a:ext cx="7487952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Let’s talk about food!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2F0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38678" y="1097267"/>
            <a:ext cx="9410644" cy="2395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11164">
                <a:solidFill>
                  <a:srgbClr val="FA4141"/>
                </a:solidFill>
                <a:latin typeface="Brother"/>
                <a:ea typeface="Brother"/>
                <a:cs typeface="Brother"/>
                <a:sym typeface="Brother"/>
              </a:rPr>
              <a:t>educative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6048" y="5305435"/>
            <a:ext cx="7487952" cy="179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Stud</a:t>
            </a:r>
            <a:r>
              <a:rPr lang="en-US" sz="3399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ents will be able to express their food preferences using “I like” and “I don’t like” with simple vocabulary.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5305435"/>
            <a:ext cx="7487952" cy="179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Stud</a:t>
            </a:r>
            <a:r>
              <a:rPr lang="en-US" sz="3399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ents will be able to recognize common food vocabulary through images and words.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22563" y="4734383"/>
            <a:ext cx="754923" cy="46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8"/>
              </a:lnSpc>
            </a:pPr>
            <a:r>
              <a:rPr lang="en-US" sz="4238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10514" y="4734383"/>
            <a:ext cx="754923" cy="46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8"/>
              </a:lnSpc>
            </a:pPr>
            <a:r>
              <a:rPr lang="en-US" sz="4238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24144" y="4103912"/>
            <a:ext cx="12039713" cy="497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3"/>
              </a:lnSpc>
            </a:pPr>
            <a:r>
              <a:rPr lang="en-US" sz="3538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We like differ</a:t>
            </a:r>
            <a:r>
              <a:rPr lang="en-US" sz="3538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ent things</a:t>
            </a:r>
          </a:p>
          <a:p>
            <a:pPr algn="ctr">
              <a:lnSpc>
                <a:spcPts val="4953"/>
              </a:lnSpc>
            </a:pPr>
          </a:p>
          <a:p>
            <a:pPr algn="ctr">
              <a:lnSpc>
                <a:spcPts val="4953"/>
              </a:lnSpc>
            </a:pPr>
            <a:r>
              <a:rPr lang="en-US" sz="3538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We all like different food.</a:t>
            </a:r>
          </a:p>
          <a:p>
            <a:pPr algn="ctr">
              <a:lnSpc>
                <a:spcPts val="4953"/>
              </a:lnSpc>
            </a:pPr>
            <a:r>
              <a:rPr lang="en-US" sz="3538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Some people like </a:t>
            </a:r>
            <a:r>
              <a:rPr lang="en-US" sz="3538">
                <a:solidFill>
                  <a:srgbClr val="FA4141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pizza.</a:t>
            </a:r>
          </a:p>
          <a:p>
            <a:pPr algn="ctr">
              <a:lnSpc>
                <a:spcPts val="4953"/>
              </a:lnSpc>
            </a:pPr>
            <a:r>
              <a:rPr lang="en-US" sz="3538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Some people like </a:t>
            </a:r>
            <a:r>
              <a:rPr lang="en-US" sz="3538">
                <a:solidFill>
                  <a:srgbClr val="2A9648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vegetables.</a:t>
            </a:r>
          </a:p>
          <a:p>
            <a:pPr algn="ctr">
              <a:lnSpc>
                <a:spcPts val="4953"/>
              </a:lnSpc>
            </a:pPr>
            <a:r>
              <a:rPr lang="en-US" sz="3538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That’s okay!</a:t>
            </a:r>
          </a:p>
          <a:p>
            <a:pPr algn="ctr">
              <a:lnSpc>
                <a:spcPts val="4953"/>
              </a:lnSpc>
            </a:pPr>
          </a:p>
          <a:p>
            <a:pPr algn="ctr">
              <a:lnSpc>
                <a:spcPts val="4953"/>
              </a:lnSpc>
            </a:pPr>
            <a:r>
              <a:rPr lang="en-US" sz="3538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We all have different likes and dislikes.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278301" y="5030969"/>
            <a:ext cx="3270927" cy="3185065"/>
          </a:xfrm>
          <a:custGeom>
            <a:avLst/>
            <a:gdLst/>
            <a:ahLst/>
            <a:cxnLst/>
            <a:rect r="r" b="b" t="t" l="l"/>
            <a:pathLst>
              <a:path h="3185065" w="3270927">
                <a:moveTo>
                  <a:pt x="0" y="0"/>
                </a:moveTo>
                <a:lnTo>
                  <a:pt x="3270926" y="0"/>
                </a:lnTo>
                <a:lnTo>
                  <a:pt x="3270926" y="3185064"/>
                </a:lnTo>
                <a:lnTo>
                  <a:pt x="0" y="3185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6087">
            <a:off x="16071104" y="6665945"/>
            <a:ext cx="2967507" cy="3663588"/>
          </a:xfrm>
          <a:custGeom>
            <a:avLst/>
            <a:gdLst/>
            <a:ahLst/>
            <a:cxnLst/>
            <a:rect r="r" b="b" t="t" l="l"/>
            <a:pathLst>
              <a:path h="3663588" w="2967507">
                <a:moveTo>
                  <a:pt x="0" y="0"/>
                </a:moveTo>
                <a:lnTo>
                  <a:pt x="2967506" y="0"/>
                </a:lnTo>
                <a:lnTo>
                  <a:pt x="2967506" y="3663588"/>
                </a:lnTo>
                <a:lnTo>
                  <a:pt x="0" y="36635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1890" y="217911"/>
            <a:ext cx="3110437" cy="3098773"/>
          </a:xfrm>
          <a:custGeom>
            <a:avLst/>
            <a:gdLst/>
            <a:ahLst/>
            <a:cxnLst/>
            <a:rect r="r" b="b" t="t" l="l"/>
            <a:pathLst>
              <a:path h="3098773" w="3110437">
                <a:moveTo>
                  <a:pt x="0" y="0"/>
                </a:moveTo>
                <a:lnTo>
                  <a:pt x="3110437" y="0"/>
                </a:lnTo>
                <a:lnTo>
                  <a:pt x="3110437" y="3098773"/>
                </a:lnTo>
                <a:lnTo>
                  <a:pt x="0" y="30987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17416" y="3316684"/>
            <a:ext cx="3154734" cy="2918129"/>
          </a:xfrm>
          <a:custGeom>
            <a:avLst/>
            <a:gdLst/>
            <a:ahLst/>
            <a:cxnLst/>
            <a:rect r="r" b="b" t="t" l="l"/>
            <a:pathLst>
              <a:path h="2918129" w="3154734">
                <a:moveTo>
                  <a:pt x="0" y="0"/>
                </a:moveTo>
                <a:lnTo>
                  <a:pt x="3154734" y="0"/>
                </a:lnTo>
                <a:lnTo>
                  <a:pt x="3154734" y="2918129"/>
                </a:lnTo>
                <a:lnTo>
                  <a:pt x="0" y="29181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96035" y="2973569"/>
            <a:ext cx="2416916" cy="2057400"/>
          </a:xfrm>
          <a:custGeom>
            <a:avLst/>
            <a:gdLst/>
            <a:ahLst/>
            <a:cxnLst/>
            <a:rect r="r" b="b" t="t" l="l"/>
            <a:pathLst>
              <a:path h="2057400" w="2416916">
                <a:moveTo>
                  <a:pt x="0" y="0"/>
                </a:moveTo>
                <a:lnTo>
                  <a:pt x="2416916" y="0"/>
                </a:lnTo>
                <a:lnTo>
                  <a:pt x="241691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71667" y="1082643"/>
            <a:ext cx="7544665" cy="278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7"/>
              </a:lnSpc>
            </a:pPr>
            <a:r>
              <a:rPr lang="en-US" sz="13034">
                <a:solidFill>
                  <a:srgbClr val="FA4141"/>
                </a:solidFill>
                <a:latin typeface="Brother"/>
                <a:ea typeface="Brother"/>
                <a:cs typeface="Brother"/>
                <a:sym typeface="Brother"/>
              </a:rPr>
              <a:t>Everyone is different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80596"/>
            <a:ext cx="6896586" cy="276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69"/>
              </a:lnSpc>
            </a:pPr>
            <a:r>
              <a:rPr lang="en-US" sz="12999">
                <a:solidFill>
                  <a:srgbClr val="FA4141"/>
                </a:solidFill>
                <a:latin typeface="Brother"/>
                <a:ea typeface="Brother"/>
                <a:cs typeface="Brother"/>
                <a:sym typeface="Brother"/>
              </a:rPr>
              <a:t>how do we say it?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307848"/>
            <a:ext cx="9581801" cy="6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2"/>
              </a:lnSpc>
            </a:pPr>
            <a:r>
              <a:rPr lang="en-US" sz="412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When we like something we say “I like...”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233260"/>
            <a:ext cx="9581801" cy="6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2"/>
              </a:lnSpc>
            </a:pPr>
            <a:r>
              <a:rPr lang="en-US" sz="4123">
                <a:solidFill>
                  <a:srgbClr val="1D6648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Example: I like strawberries!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615812"/>
            <a:ext cx="11809896" cy="6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2"/>
              </a:lnSpc>
            </a:pPr>
            <a:r>
              <a:rPr lang="en-US" sz="412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When we don’t like something we say “I don’t like...”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541224"/>
            <a:ext cx="9581801" cy="6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2"/>
              </a:lnSpc>
            </a:pPr>
            <a:r>
              <a:rPr lang="en-US" sz="4123">
                <a:solidFill>
                  <a:srgbClr val="1D6648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Example: I don’t like onions.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240234" y="235440"/>
            <a:ext cx="3745742" cy="4771646"/>
          </a:xfrm>
          <a:custGeom>
            <a:avLst/>
            <a:gdLst/>
            <a:ahLst/>
            <a:cxnLst/>
            <a:rect r="r" b="b" t="t" l="l"/>
            <a:pathLst>
              <a:path h="4771646" w="3745742">
                <a:moveTo>
                  <a:pt x="0" y="0"/>
                </a:moveTo>
                <a:lnTo>
                  <a:pt x="3745742" y="0"/>
                </a:lnTo>
                <a:lnTo>
                  <a:pt x="3745742" y="4771646"/>
                </a:lnTo>
                <a:lnTo>
                  <a:pt x="0" y="47716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265435" y="5365205"/>
            <a:ext cx="3721793" cy="4504439"/>
          </a:xfrm>
          <a:custGeom>
            <a:avLst/>
            <a:gdLst/>
            <a:ahLst/>
            <a:cxnLst/>
            <a:rect r="r" b="b" t="t" l="l"/>
            <a:pathLst>
              <a:path h="4504439" w="3721793">
                <a:moveTo>
                  <a:pt x="0" y="0"/>
                </a:moveTo>
                <a:lnTo>
                  <a:pt x="3721793" y="0"/>
                </a:lnTo>
                <a:lnTo>
                  <a:pt x="3721793" y="4504439"/>
                </a:lnTo>
                <a:lnTo>
                  <a:pt x="0" y="4504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37577" y="2057400"/>
            <a:ext cx="5786438" cy="6172200"/>
          </a:xfrm>
          <a:custGeom>
            <a:avLst/>
            <a:gdLst/>
            <a:ahLst/>
            <a:cxnLst/>
            <a:rect r="r" b="b" t="t" l="l"/>
            <a:pathLst>
              <a:path h="6172200" w="5786438">
                <a:moveTo>
                  <a:pt x="0" y="0"/>
                </a:moveTo>
                <a:lnTo>
                  <a:pt x="5786437" y="0"/>
                </a:lnTo>
                <a:lnTo>
                  <a:pt x="5786437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31393">
            <a:off x="7612544" y="-677728"/>
            <a:ext cx="5159624" cy="4114800"/>
          </a:xfrm>
          <a:custGeom>
            <a:avLst/>
            <a:gdLst/>
            <a:ahLst/>
            <a:cxnLst/>
            <a:rect r="r" b="b" t="t" l="l"/>
            <a:pathLst>
              <a:path h="4114800" w="5159624">
                <a:moveTo>
                  <a:pt x="0" y="0"/>
                </a:moveTo>
                <a:lnTo>
                  <a:pt x="5159624" y="0"/>
                </a:lnTo>
                <a:lnTo>
                  <a:pt x="51596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3310" y="-868554"/>
            <a:ext cx="2417570" cy="2925954"/>
          </a:xfrm>
          <a:custGeom>
            <a:avLst/>
            <a:gdLst/>
            <a:ahLst/>
            <a:cxnLst/>
            <a:rect r="r" b="b" t="t" l="l"/>
            <a:pathLst>
              <a:path h="2925954" w="2417570">
                <a:moveTo>
                  <a:pt x="0" y="0"/>
                </a:moveTo>
                <a:lnTo>
                  <a:pt x="2417570" y="0"/>
                </a:lnTo>
                <a:lnTo>
                  <a:pt x="2417570" y="2925954"/>
                </a:lnTo>
                <a:lnTo>
                  <a:pt x="0" y="29259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89328" y="0"/>
            <a:ext cx="4608508" cy="2759344"/>
          </a:xfrm>
          <a:custGeom>
            <a:avLst/>
            <a:gdLst/>
            <a:ahLst/>
            <a:cxnLst/>
            <a:rect r="r" b="b" t="t" l="l"/>
            <a:pathLst>
              <a:path h="2759344" w="4608508">
                <a:moveTo>
                  <a:pt x="0" y="0"/>
                </a:moveTo>
                <a:lnTo>
                  <a:pt x="4608507" y="0"/>
                </a:lnTo>
                <a:lnTo>
                  <a:pt x="4608507" y="2759344"/>
                </a:lnTo>
                <a:lnTo>
                  <a:pt x="0" y="27593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01080" y="6514622"/>
            <a:ext cx="3657028" cy="4114800"/>
          </a:xfrm>
          <a:custGeom>
            <a:avLst/>
            <a:gdLst/>
            <a:ahLst/>
            <a:cxnLst/>
            <a:rect r="r" b="b" t="t" l="l"/>
            <a:pathLst>
              <a:path h="4114800" w="3657028">
                <a:moveTo>
                  <a:pt x="0" y="0"/>
                </a:moveTo>
                <a:lnTo>
                  <a:pt x="3657028" y="0"/>
                </a:lnTo>
                <a:lnTo>
                  <a:pt x="3657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87107" y="2958773"/>
            <a:ext cx="2001786" cy="2696009"/>
          </a:xfrm>
          <a:custGeom>
            <a:avLst/>
            <a:gdLst/>
            <a:ahLst/>
            <a:cxnLst/>
            <a:rect r="r" b="b" t="t" l="l"/>
            <a:pathLst>
              <a:path h="2696009" w="2001786">
                <a:moveTo>
                  <a:pt x="0" y="0"/>
                </a:moveTo>
                <a:lnTo>
                  <a:pt x="2001786" y="0"/>
                </a:lnTo>
                <a:lnTo>
                  <a:pt x="2001786" y="2696009"/>
                </a:lnTo>
                <a:lnTo>
                  <a:pt x="0" y="269600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581409" y="6792743"/>
            <a:ext cx="3528441" cy="4114800"/>
          </a:xfrm>
          <a:custGeom>
            <a:avLst/>
            <a:gdLst/>
            <a:ahLst/>
            <a:cxnLst/>
            <a:rect r="r" b="b" t="t" l="l"/>
            <a:pathLst>
              <a:path h="4114800" w="3528441">
                <a:moveTo>
                  <a:pt x="0" y="0"/>
                </a:moveTo>
                <a:lnTo>
                  <a:pt x="3528441" y="0"/>
                </a:lnTo>
                <a:lnTo>
                  <a:pt x="35284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07724" y="8229600"/>
            <a:ext cx="1905460" cy="2140967"/>
          </a:xfrm>
          <a:custGeom>
            <a:avLst/>
            <a:gdLst/>
            <a:ahLst/>
            <a:cxnLst/>
            <a:rect r="r" b="b" t="t" l="l"/>
            <a:pathLst>
              <a:path h="2140967" w="1905460">
                <a:moveTo>
                  <a:pt x="0" y="0"/>
                </a:moveTo>
                <a:lnTo>
                  <a:pt x="1905460" y="0"/>
                </a:lnTo>
                <a:lnTo>
                  <a:pt x="1905460" y="2140967"/>
                </a:lnTo>
                <a:lnTo>
                  <a:pt x="0" y="214096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247542"/>
            <a:ext cx="8442612" cy="3117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2"/>
              </a:lnSpc>
            </a:pPr>
            <a:r>
              <a:rPr lang="en-US" sz="14586">
                <a:solidFill>
                  <a:srgbClr val="FA4141"/>
                </a:solidFill>
                <a:latin typeface="Brother"/>
                <a:ea typeface="Brother"/>
                <a:cs typeface="Brother"/>
                <a:sym typeface="Brother"/>
              </a:rPr>
              <a:t>do you like fruits?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098591"/>
            <a:ext cx="4057034" cy="6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2"/>
              </a:lnSpc>
            </a:pPr>
            <a:r>
              <a:rPr lang="en-US" sz="412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Yes, I 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902195"/>
            <a:ext cx="4057034" cy="6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2"/>
              </a:lnSpc>
            </a:pPr>
            <a:r>
              <a:rPr lang="en-US" sz="412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No, I don’t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60343" y="639061"/>
            <a:ext cx="3340692" cy="3563404"/>
          </a:xfrm>
          <a:custGeom>
            <a:avLst/>
            <a:gdLst/>
            <a:ahLst/>
            <a:cxnLst/>
            <a:rect r="r" b="b" t="t" l="l"/>
            <a:pathLst>
              <a:path h="3563404" w="3340692">
                <a:moveTo>
                  <a:pt x="0" y="0"/>
                </a:moveTo>
                <a:lnTo>
                  <a:pt x="3340692" y="0"/>
                </a:lnTo>
                <a:lnTo>
                  <a:pt x="3340692" y="3563404"/>
                </a:lnTo>
                <a:lnTo>
                  <a:pt x="0" y="3563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80691" y="4116740"/>
            <a:ext cx="329999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Orange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376898" y="639061"/>
            <a:ext cx="2944263" cy="3563404"/>
          </a:xfrm>
          <a:custGeom>
            <a:avLst/>
            <a:gdLst/>
            <a:ahLst/>
            <a:cxnLst/>
            <a:rect r="r" b="b" t="t" l="l"/>
            <a:pathLst>
              <a:path h="3563404" w="2944263">
                <a:moveTo>
                  <a:pt x="0" y="0"/>
                </a:moveTo>
                <a:lnTo>
                  <a:pt x="2944263" y="0"/>
                </a:lnTo>
                <a:lnTo>
                  <a:pt x="2944263" y="3563404"/>
                </a:lnTo>
                <a:lnTo>
                  <a:pt x="0" y="35634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99032" y="4116740"/>
            <a:ext cx="329999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Strawberry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92592" y="4116740"/>
            <a:ext cx="329999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Watermelon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546711" y="5489466"/>
            <a:ext cx="2967956" cy="3461173"/>
          </a:xfrm>
          <a:custGeom>
            <a:avLst/>
            <a:gdLst/>
            <a:ahLst/>
            <a:cxnLst/>
            <a:rect r="r" b="b" t="t" l="l"/>
            <a:pathLst>
              <a:path h="3461173" w="2967956">
                <a:moveTo>
                  <a:pt x="0" y="0"/>
                </a:moveTo>
                <a:lnTo>
                  <a:pt x="2967956" y="0"/>
                </a:lnTo>
                <a:lnTo>
                  <a:pt x="2967956" y="3461173"/>
                </a:lnTo>
                <a:lnTo>
                  <a:pt x="0" y="34611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46711" y="8913558"/>
            <a:ext cx="296795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Kiwi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939357" y="5489466"/>
            <a:ext cx="4160865" cy="3318290"/>
          </a:xfrm>
          <a:custGeom>
            <a:avLst/>
            <a:gdLst/>
            <a:ahLst/>
            <a:cxnLst/>
            <a:rect r="r" b="b" t="t" l="l"/>
            <a:pathLst>
              <a:path h="3318290" w="4160865">
                <a:moveTo>
                  <a:pt x="0" y="0"/>
                </a:moveTo>
                <a:lnTo>
                  <a:pt x="4160866" y="0"/>
                </a:lnTo>
                <a:lnTo>
                  <a:pt x="4160866" y="3318290"/>
                </a:lnTo>
                <a:lnTo>
                  <a:pt x="0" y="33182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57523" y="1660232"/>
            <a:ext cx="3570134" cy="2137618"/>
          </a:xfrm>
          <a:custGeom>
            <a:avLst/>
            <a:gdLst/>
            <a:ahLst/>
            <a:cxnLst/>
            <a:rect r="r" b="b" t="t" l="l"/>
            <a:pathLst>
              <a:path h="2137618" w="3570134">
                <a:moveTo>
                  <a:pt x="0" y="0"/>
                </a:moveTo>
                <a:lnTo>
                  <a:pt x="3570134" y="0"/>
                </a:lnTo>
                <a:lnTo>
                  <a:pt x="3570134" y="2137618"/>
                </a:lnTo>
                <a:lnTo>
                  <a:pt x="0" y="21376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717593" y="5489466"/>
            <a:ext cx="2949130" cy="3318290"/>
          </a:xfrm>
          <a:custGeom>
            <a:avLst/>
            <a:gdLst/>
            <a:ahLst/>
            <a:cxnLst/>
            <a:rect r="r" b="b" t="t" l="l"/>
            <a:pathLst>
              <a:path h="3318290" w="2949130">
                <a:moveTo>
                  <a:pt x="0" y="0"/>
                </a:moveTo>
                <a:lnTo>
                  <a:pt x="2949130" y="0"/>
                </a:lnTo>
                <a:lnTo>
                  <a:pt x="2949130" y="3318290"/>
                </a:lnTo>
                <a:lnTo>
                  <a:pt x="0" y="33182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361791" y="8913558"/>
            <a:ext cx="329999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Banana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42160" y="8913558"/>
            <a:ext cx="329999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Cherries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51481" y="0"/>
            <a:ext cx="5424148" cy="4651207"/>
          </a:xfrm>
          <a:custGeom>
            <a:avLst/>
            <a:gdLst/>
            <a:ahLst/>
            <a:cxnLst/>
            <a:rect r="r" b="b" t="t" l="l"/>
            <a:pathLst>
              <a:path h="4651207" w="5424148">
                <a:moveTo>
                  <a:pt x="0" y="0"/>
                </a:moveTo>
                <a:lnTo>
                  <a:pt x="5424148" y="0"/>
                </a:lnTo>
                <a:lnTo>
                  <a:pt x="5424148" y="4651207"/>
                </a:lnTo>
                <a:lnTo>
                  <a:pt x="0" y="465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71312" y="-132199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154416">
            <a:off x="16230600" y="228162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81362">
            <a:off x="8838668" y="4608123"/>
            <a:ext cx="3167699" cy="4369239"/>
          </a:xfrm>
          <a:custGeom>
            <a:avLst/>
            <a:gdLst/>
            <a:ahLst/>
            <a:cxnLst/>
            <a:rect r="r" b="b" t="t" l="l"/>
            <a:pathLst>
              <a:path h="4369239" w="3167699">
                <a:moveTo>
                  <a:pt x="0" y="0"/>
                </a:moveTo>
                <a:lnTo>
                  <a:pt x="3167698" y="0"/>
                </a:lnTo>
                <a:lnTo>
                  <a:pt x="3167698" y="4369239"/>
                </a:lnTo>
                <a:lnTo>
                  <a:pt x="0" y="43692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93271" y="5143500"/>
            <a:ext cx="3547448" cy="2953251"/>
          </a:xfrm>
          <a:custGeom>
            <a:avLst/>
            <a:gdLst/>
            <a:ahLst/>
            <a:cxnLst/>
            <a:rect r="r" b="b" t="t" l="l"/>
            <a:pathLst>
              <a:path h="2953251" w="3547448">
                <a:moveTo>
                  <a:pt x="0" y="0"/>
                </a:moveTo>
                <a:lnTo>
                  <a:pt x="3547448" y="0"/>
                </a:lnTo>
                <a:lnTo>
                  <a:pt x="3547448" y="2953251"/>
                </a:lnTo>
                <a:lnTo>
                  <a:pt x="0" y="29532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120688">
            <a:off x="14912629" y="7287841"/>
            <a:ext cx="4022839" cy="3917240"/>
          </a:xfrm>
          <a:custGeom>
            <a:avLst/>
            <a:gdLst/>
            <a:ahLst/>
            <a:cxnLst/>
            <a:rect r="r" b="b" t="t" l="l"/>
            <a:pathLst>
              <a:path h="3917240" w="4022839">
                <a:moveTo>
                  <a:pt x="0" y="0"/>
                </a:moveTo>
                <a:lnTo>
                  <a:pt x="4022839" y="0"/>
                </a:lnTo>
                <a:lnTo>
                  <a:pt x="4022839" y="3917240"/>
                </a:lnTo>
                <a:lnTo>
                  <a:pt x="0" y="39172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247542"/>
            <a:ext cx="8442612" cy="3117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2"/>
              </a:lnSpc>
            </a:pPr>
            <a:r>
              <a:rPr lang="en-US" sz="14586">
                <a:solidFill>
                  <a:srgbClr val="FA4141"/>
                </a:solidFill>
                <a:latin typeface="Brother"/>
                <a:ea typeface="Brother"/>
                <a:cs typeface="Brother"/>
                <a:sym typeface="Brother"/>
              </a:rPr>
              <a:t>do you like junk food?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098591"/>
            <a:ext cx="4057034" cy="6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2"/>
              </a:lnSpc>
            </a:pPr>
            <a:r>
              <a:rPr lang="en-US" sz="412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Yes, I 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902195"/>
            <a:ext cx="4057034" cy="6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2"/>
              </a:lnSpc>
            </a:pPr>
            <a:r>
              <a:rPr lang="en-US" sz="412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No, I don’t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37606" y="956854"/>
            <a:ext cx="3557453" cy="3050516"/>
          </a:xfrm>
          <a:custGeom>
            <a:avLst/>
            <a:gdLst/>
            <a:ahLst/>
            <a:cxnLst/>
            <a:rect r="r" b="b" t="t" l="l"/>
            <a:pathLst>
              <a:path h="3050516" w="3557453">
                <a:moveTo>
                  <a:pt x="0" y="0"/>
                </a:moveTo>
                <a:lnTo>
                  <a:pt x="3557454" y="0"/>
                </a:lnTo>
                <a:lnTo>
                  <a:pt x="3557454" y="3050517"/>
                </a:lnTo>
                <a:lnTo>
                  <a:pt x="0" y="30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24306" y="822306"/>
            <a:ext cx="3185065" cy="3185065"/>
          </a:xfrm>
          <a:custGeom>
            <a:avLst/>
            <a:gdLst/>
            <a:ahLst/>
            <a:cxnLst/>
            <a:rect r="r" b="b" t="t" l="l"/>
            <a:pathLst>
              <a:path h="3185065" w="3185065">
                <a:moveTo>
                  <a:pt x="0" y="0"/>
                </a:moveTo>
                <a:lnTo>
                  <a:pt x="3185065" y="0"/>
                </a:lnTo>
                <a:lnTo>
                  <a:pt x="3185065" y="3185065"/>
                </a:lnTo>
                <a:lnTo>
                  <a:pt x="0" y="31850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01745" y="5630973"/>
            <a:ext cx="3185065" cy="3185065"/>
          </a:xfrm>
          <a:custGeom>
            <a:avLst/>
            <a:gdLst/>
            <a:ahLst/>
            <a:cxnLst/>
            <a:rect r="r" b="b" t="t" l="l"/>
            <a:pathLst>
              <a:path h="3185065" w="3185065">
                <a:moveTo>
                  <a:pt x="0" y="0"/>
                </a:moveTo>
                <a:lnTo>
                  <a:pt x="3185065" y="0"/>
                </a:lnTo>
                <a:lnTo>
                  <a:pt x="3185065" y="3185065"/>
                </a:lnTo>
                <a:lnTo>
                  <a:pt x="0" y="31850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82579" y="822306"/>
            <a:ext cx="2309172" cy="3185065"/>
          </a:xfrm>
          <a:custGeom>
            <a:avLst/>
            <a:gdLst/>
            <a:ahLst/>
            <a:cxnLst/>
            <a:rect r="r" b="b" t="t" l="l"/>
            <a:pathLst>
              <a:path h="3185065" w="2309172">
                <a:moveTo>
                  <a:pt x="0" y="0"/>
                </a:moveTo>
                <a:lnTo>
                  <a:pt x="2309172" y="0"/>
                </a:lnTo>
                <a:lnTo>
                  <a:pt x="2309172" y="3185065"/>
                </a:lnTo>
                <a:lnTo>
                  <a:pt x="0" y="31850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65095" y="5630973"/>
            <a:ext cx="3547448" cy="2953251"/>
          </a:xfrm>
          <a:custGeom>
            <a:avLst/>
            <a:gdLst/>
            <a:ahLst/>
            <a:cxnLst/>
            <a:rect r="r" b="b" t="t" l="l"/>
            <a:pathLst>
              <a:path h="2953251" w="3547448">
                <a:moveTo>
                  <a:pt x="0" y="0"/>
                </a:moveTo>
                <a:lnTo>
                  <a:pt x="3547448" y="0"/>
                </a:lnTo>
                <a:lnTo>
                  <a:pt x="3547448" y="2953251"/>
                </a:lnTo>
                <a:lnTo>
                  <a:pt x="0" y="29532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72794" y="5630973"/>
            <a:ext cx="3270927" cy="3185065"/>
          </a:xfrm>
          <a:custGeom>
            <a:avLst/>
            <a:gdLst/>
            <a:ahLst/>
            <a:cxnLst/>
            <a:rect r="r" b="b" t="t" l="l"/>
            <a:pathLst>
              <a:path h="3185065" w="3270927">
                <a:moveTo>
                  <a:pt x="0" y="0"/>
                </a:moveTo>
                <a:lnTo>
                  <a:pt x="3270926" y="0"/>
                </a:lnTo>
                <a:lnTo>
                  <a:pt x="3270926" y="3185065"/>
                </a:lnTo>
                <a:lnTo>
                  <a:pt x="0" y="31850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44280" y="4202725"/>
            <a:ext cx="329999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Fries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66841" y="4202725"/>
            <a:ext cx="329999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Candy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66335" y="4202725"/>
            <a:ext cx="329999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Hotdog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3009" y="8730313"/>
            <a:ext cx="329999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Ice cream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95569" y="8730313"/>
            <a:ext cx="329999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Donut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95064" y="8730313"/>
            <a:ext cx="329999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Pizza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F0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81084" y="371854"/>
            <a:ext cx="3745742" cy="4771646"/>
          </a:xfrm>
          <a:custGeom>
            <a:avLst/>
            <a:gdLst/>
            <a:ahLst/>
            <a:cxnLst/>
            <a:rect r="r" b="b" t="t" l="l"/>
            <a:pathLst>
              <a:path h="4771646" w="3745742">
                <a:moveTo>
                  <a:pt x="0" y="0"/>
                </a:moveTo>
                <a:lnTo>
                  <a:pt x="3745742" y="0"/>
                </a:lnTo>
                <a:lnTo>
                  <a:pt x="3745742" y="4771646"/>
                </a:lnTo>
                <a:lnTo>
                  <a:pt x="0" y="47716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9469" y="845029"/>
            <a:ext cx="3230118" cy="4114800"/>
          </a:xfrm>
          <a:custGeom>
            <a:avLst/>
            <a:gdLst/>
            <a:ahLst/>
            <a:cxnLst/>
            <a:rect r="r" b="b" t="t" l="l"/>
            <a:pathLst>
              <a:path h="4114800" w="3230118">
                <a:moveTo>
                  <a:pt x="0" y="0"/>
                </a:moveTo>
                <a:lnTo>
                  <a:pt x="3230118" y="0"/>
                </a:lnTo>
                <a:lnTo>
                  <a:pt x="32301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90332">
            <a:off x="8556615" y="5619995"/>
            <a:ext cx="4444326" cy="5064759"/>
          </a:xfrm>
          <a:custGeom>
            <a:avLst/>
            <a:gdLst/>
            <a:ahLst/>
            <a:cxnLst/>
            <a:rect r="r" b="b" t="t" l="l"/>
            <a:pathLst>
              <a:path h="5064759" w="4444326">
                <a:moveTo>
                  <a:pt x="0" y="0"/>
                </a:moveTo>
                <a:lnTo>
                  <a:pt x="4444325" y="0"/>
                </a:lnTo>
                <a:lnTo>
                  <a:pt x="4444325" y="5064758"/>
                </a:lnTo>
                <a:lnTo>
                  <a:pt x="0" y="50647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1487">
            <a:off x="7464648" y="-35832"/>
            <a:ext cx="3142076" cy="3360509"/>
          </a:xfrm>
          <a:custGeom>
            <a:avLst/>
            <a:gdLst/>
            <a:ahLst/>
            <a:cxnLst/>
            <a:rect r="r" b="b" t="t" l="l"/>
            <a:pathLst>
              <a:path h="3360509" w="3142076">
                <a:moveTo>
                  <a:pt x="0" y="0"/>
                </a:moveTo>
                <a:lnTo>
                  <a:pt x="3142076" y="0"/>
                </a:lnTo>
                <a:lnTo>
                  <a:pt x="3142076" y="3360509"/>
                </a:lnTo>
                <a:lnTo>
                  <a:pt x="0" y="33605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31566">
            <a:off x="13165724" y="5260144"/>
            <a:ext cx="2889095" cy="3140320"/>
          </a:xfrm>
          <a:custGeom>
            <a:avLst/>
            <a:gdLst/>
            <a:ahLst/>
            <a:cxnLst/>
            <a:rect r="r" b="b" t="t" l="l"/>
            <a:pathLst>
              <a:path h="3140320" w="2889095">
                <a:moveTo>
                  <a:pt x="0" y="0"/>
                </a:moveTo>
                <a:lnTo>
                  <a:pt x="2889095" y="0"/>
                </a:lnTo>
                <a:lnTo>
                  <a:pt x="2889095" y="3140321"/>
                </a:lnTo>
                <a:lnTo>
                  <a:pt x="0" y="31403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53955" y="5215019"/>
            <a:ext cx="4668090" cy="5508071"/>
          </a:xfrm>
          <a:custGeom>
            <a:avLst/>
            <a:gdLst/>
            <a:ahLst/>
            <a:cxnLst/>
            <a:rect r="r" b="b" t="t" l="l"/>
            <a:pathLst>
              <a:path h="5508071" w="4668090">
                <a:moveTo>
                  <a:pt x="0" y="0"/>
                </a:moveTo>
                <a:lnTo>
                  <a:pt x="4668090" y="0"/>
                </a:lnTo>
                <a:lnTo>
                  <a:pt x="4668090" y="5508071"/>
                </a:lnTo>
                <a:lnTo>
                  <a:pt x="0" y="55080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642765" y="8455206"/>
            <a:ext cx="2967507" cy="3663588"/>
          </a:xfrm>
          <a:custGeom>
            <a:avLst/>
            <a:gdLst/>
            <a:ahLst/>
            <a:cxnLst/>
            <a:rect r="r" b="b" t="t" l="l"/>
            <a:pathLst>
              <a:path h="3663588" w="2967507">
                <a:moveTo>
                  <a:pt x="0" y="0"/>
                </a:moveTo>
                <a:lnTo>
                  <a:pt x="2967506" y="0"/>
                </a:lnTo>
                <a:lnTo>
                  <a:pt x="2967506" y="3663588"/>
                </a:lnTo>
                <a:lnTo>
                  <a:pt x="0" y="36635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53955" y="-2470377"/>
            <a:ext cx="4540469" cy="4114800"/>
          </a:xfrm>
          <a:custGeom>
            <a:avLst/>
            <a:gdLst/>
            <a:ahLst/>
            <a:cxnLst/>
            <a:rect r="r" b="b" t="t" l="l"/>
            <a:pathLst>
              <a:path h="4114800" w="4540469">
                <a:moveTo>
                  <a:pt x="0" y="0"/>
                </a:moveTo>
                <a:lnTo>
                  <a:pt x="4540469" y="0"/>
                </a:lnTo>
                <a:lnTo>
                  <a:pt x="45404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247542"/>
            <a:ext cx="8442612" cy="3117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2"/>
              </a:lnSpc>
            </a:pPr>
            <a:r>
              <a:rPr lang="en-US" sz="14586">
                <a:solidFill>
                  <a:srgbClr val="FA4141"/>
                </a:solidFill>
                <a:latin typeface="Brother"/>
                <a:ea typeface="Brother"/>
                <a:cs typeface="Brother"/>
                <a:sym typeface="Brother"/>
              </a:rPr>
              <a:t>do you like vegetables?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098591"/>
            <a:ext cx="4057034" cy="6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2"/>
              </a:lnSpc>
            </a:pPr>
            <a:r>
              <a:rPr lang="en-US" sz="412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Yes, I 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902195"/>
            <a:ext cx="4057034" cy="6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2"/>
              </a:lnSpc>
            </a:pPr>
            <a:r>
              <a:rPr lang="en-US" sz="412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No, I don’t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F0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14849" y="779434"/>
            <a:ext cx="2637999" cy="3360509"/>
          </a:xfrm>
          <a:custGeom>
            <a:avLst/>
            <a:gdLst/>
            <a:ahLst/>
            <a:cxnLst/>
            <a:rect r="r" b="b" t="t" l="l"/>
            <a:pathLst>
              <a:path h="3360509" w="2637999">
                <a:moveTo>
                  <a:pt x="0" y="0"/>
                </a:moveTo>
                <a:lnTo>
                  <a:pt x="2637999" y="0"/>
                </a:lnTo>
                <a:lnTo>
                  <a:pt x="2637999" y="3360509"/>
                </a:lnTo>
                <a:lnTo>
                  <a:pt x="0" y="3360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7842" y="5297873"/>
            <a:ext cx="2899460" cy="3693579"/>
          </a:xfrm>
          <a:custGeom>
            <a:avLst/>
            <a:gdLst/>
            <a:ahLst/>
            <a:cxnLst/>
            <a:rect r="r" b="b" t="t" l="l"/>
            <a:pathLst>
              <a:path h="3693579" w="2899460">
                <a:moveTo>
                  <a:pt x="0" y="0"/>
                </a:moveTo>
                <a:lnTo>
                  <a:pt x="2899460" y="0"/>
                </a:lnTo>
                <a:lnTo>
                  <a:pt x="2899460" y="3693579"/>
                </a:lnTo>
                <a:lnTo>
                  <a:pt x="0" y="3693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81598" y="761852"/>
            <a:ext cx="2964274" cy="3378090"/>
          </a:xfrm>
          <a:custGeom>
            <a:avLst/>
            <a:gdLst/>
            <a:ahLst/>
            <a:cxnLst/>
            <a:rect r="r" b="b" t="t" l="l"/>
            <a:pathLst>
              <a:path h="3378090" w="2964274">
                <a:moveTo>
                  <a:pt x="0" y="0"/>
                </a:moveTo>
                <a:lnTo>
                  <a:pt x="2964275" y="0"/>
                </a:lnTo>
                <a:lnTo>
                  <a:pt x="2964275" y="3378091"/>
                </a:lnTo>
                <a:lnTo>
                  <a:pt x="0" y="33780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6534" y="779434"/>
            <a:ext cx="3142076" cy="3360509"/>
          </a:xfrm>
          <a:custGeom>
            <a:avLst/>
            <a:gdLst/>
            <a:ahLst/>
            <a:cxnLst/>
            <a:rect r="r" b="b" t="t" l="l"/>
            <a:pathLst>
              <a:path h="3360509" w="3142076">
                <a:moveTo>
                  <a:pt x="0" y="0"/>
                </a:moveTo>
                <a:lnTo>
                  <a:pt x="3142076" y="0"/>
                </a:lnTo>
                <a:lnTo>
                  <a:pt x="3142076" y="3360509"/>
                </a:lnTo>
                <a:lnTo>
                  <a:pt x="0" y="33605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67361" y="889528"/>
            <a:ext cx="2889095" cy="3140320"/>
          </a:xfrm>
          <a:custGeom>
            <a:avLst/>
            <a:gdLst/>
            <a:ahLst/>
            <a:cxnLst/>
            <a:rect r="r" b="b" t="t" l="l"/>
            <a:pathLst>
              <a:path h="3140320" w="2889095">
                <a:moveTo>
                  <a:pt x="0" y="0"/>
                </a:moveTo>
                <a:lnTo>
                  <a:pt x="2889095" y="0"/>
                </a:lnTo>
                <a:lnTo>
                  <a:pt x="2889095" y="3140321"/>
                </a:lnTo>
                <a:lnTo>
                  <a:pt x="0" y="31403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28661" y="4876652"/>
            <a:ext cx="3317212" cy="3914114"/>
          </a:xfrm>
          <a:custGeom>
            <a:avLst/>
            <a:gdLst/>
            <a:ahLst/>
            <a:cxnLst/>
            <a:rect r="r" b="b" t="t" l="l"/>
            <a:pathLst>
              <a:path h="3914114" w="3317212">
                <a:moveTo>
                  <a:pt x="0" y="0"/>
                </a:moveTo>
                <a:lnTo>
                  <a:pt x="3317212" y="0"/>
                </a:lnTo>
                <a:lnTo>
                  <a:pt x="3317212" y="3914114"/>
                </a:lnTo>
                <a:lnTo>
                  <a:pt x="0" y="39141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85342" y="5127178"/>
            <a:ext cx="2967507" cy="3663588"/>
          </a:xfrm>
          <a:custGeom>
            <a:avLst/>
            <a:gdLst/>
            <a:ahLst/>
            <a:cxnLst/>
            <a:rect r="r" b="b" t="t" l="l"/>
            <a:pathLst>
              <a:path h="3663588" w="2967507">
                <a:moveTo>
                  <a:pt x="0" y="0"/>
                </a:moveTo>
                <a:lnTo>
                  <a:pt x="2967506" y="0"/>
                </a:lnTo>
                <a:lnTo>
                  <a:pt x="2967506" y="3663588"/>
                </a:lnTo>
                <a:lnTo>
                  <a:pt x="0" y="36635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03391" y="5331579"/>
            <a:ext cx="3817035" cy="3459188"/>
          </a:xfrm>
          <a:custGeom>
            <a:avLst/>
            <a:gdLst/>
            <a:ahLst/>
            <a:cxnLst/>
            <a:rect r="r" b="b" t="t" l="l"/>
            <a:pathLst>
              <a:path h="3459188" w="3817035">
                <a:moveTo>
                  <a:pt x="0" y="0"/>
                </a:moveTo>
                <a:lnTo>
                  <a:pt x="3817035" y="0"/>
                </a:lnTo>
                <a:lnTo>
                  <a:pt x="3817035" y="3459187"/>
                </a:lnTo>
                <a:lnTo>
                  <a:pt x="0" y="345918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67574" y="4142271"/>
            <a:ext cx="329999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Tomato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83851" y="4142271"/>
            <a:ext cx="329999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Onion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81082" y="4142271"/>
            <a:ext cx="329999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Carrot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00253" y="4142271"/>
            <a:ext cx="329999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Garlic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7574" y="8790766"/>
            <a:ext cx="329999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Avocado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83851" y="8790766"/>
            <a:ext cx="2968998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Pepper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28661" y="8790766"/>
            <a:ext cx="329999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Radish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00253" y="8790766"/>
            <a:ext cx="3299996" cy="7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0"/>
              </a:lnSpc>
            </a:pPr>
            <a:r>
              <a:rPr lang="en-US" sz="429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Mushroom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F0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17412" y="3589770"/>
            <a:ext cx="9453177" cy="379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77"/>
              </a:lnSpc>
            </a:pPr>
            <a:r>
              <a:rPr lang="en-US" sz="17819">
                <a:solidFill>
                  <a:srgbClr val="FA4141"/>
                </a:solidFill>
                <a:latin typeface="Brother"/>
                <a:ea typeface="Brother"/>
                <a:cs typeface="Brother"/>
                <a:sym typeface="Brother"/>
              </a:rPr>
              <a:t>what do you like?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023840" y="5857238"/>
            <a:ext cx="3745742" cy="4771646"/>
          </a:xfrm>
          <a:custGeom>
            <a:avLst/>
            <a:gdLst/>
            <a:ahLst/>
            <a:cxnLst/>
            <a:rect r="r" b="b" t="t" l="l"/>
            <a:pathLst>
              <a:path h="4771646" w="3745742">
                <a:moveTo>
                  <a:pt x="0" y="0"/>
                </a:moveTo>
                <a:lnTo>
                  <a:pt x="3745743" y="0"/>
                </a:lnTo>
                <a:lnTo>
                  <a:pt x="3745743" y="4771646"/>
                </a:lnTo>
                <a:lnTo>
                  <a:pt x="0" y="47716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90332">
            <a:off x="-1193463" y="6515613"/>
            <a:ext cx="4444326" cy="5064759"/>
          </a:xfrm>
          <a:custGeom>
            <a:avLst/>
            <a:gdLst/>
            <a:ahLst/>
            <a:cxnLst/>
            <a:rect r="r" b="b" t="t" l="l"/>
            <a:pathLst>
              <a:path h="5064759" w="4444326">
                <a:moveTo>
                  <a:pt x="0" y="0"/>
                </a:moveTo>
                <a:lnTo>
                  <a:pt x="4444326" y="0"/>
                </a:lnTo>
                <a:lnTo>
                  <a:pt x="4444326" y="5064759"/>
                </a:lnTo>
                <a:lnTo>
                  <a:pt x="0" y="50647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1487">
            <a:off x="2680160" y="8402698"/>
            <a:ext cx="3142076" cy="3360509"/>
          </a:xfrm>
          <a:custGeom>
            <a:avLst/>
            <a:gdLst/>
            <a:ahLst/>
            <a:cxnLst/>
            <a:rect r="r" b="b" t="t" l="l"/>
            <a:pathLst>
              <a:path h="3360509" w="3142076">
                <a:moveTo>
                  <a:pt x="0" y="0"/>
                </a:moveTo>
                <a:lnTo>
                  <a:pt x="3142075" y="0"/>
                </a:lnTo>
                <a:lnTo>
                  <a:pt x="3142075" y="3360509"/>
                </a:lnTo>
                <a:lnTo>
                  <a:pt x="0" y="3360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17182" y="1322234"/>
            <a:ext cx="4668090" cy="5508071"/>
          </a:xfrm>
          <a:custGeom>
            <a:avLst/>
            <a:gdLst/>
            <a:ahLst/>
            <a:cxnLst/>
            <a:rect r="r" b="b" t="t" l="l"/>
            <a:pathLst>
              <a:path h="5508071" w="4668090">
                <a:moveTo>
                  <a:pt x="0" y="0"/>
                </a:moveTo>
                <a:lnTo>
                  <a:pt x="4668090" y="0"/>
                </a:lnTo>
                <a:lnTo>
                  <a:pt x="4668090" y="5508070"/>
                </a:lnTo>
                <a:lnTo>
                  <a:pt x="0" y="55080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17766" y="2018869"/>
            <a:ext cx="4540469" cy="4114800"/>
          </a:xfrm>
          <a:custGeom>
            <a:avLst/>
            <a:gdLst/>
            <a:ahLst/>
            <a:cxnLst/>
            <a:rect r="r" b="b" t="t" l="l"/>
            <a:pathLst>
              <a:path h="4114800" w="4540469">
                <a:moveTo>
                  <a:pt x="0" y="0"/>
                </a:moveTo>
                <a:lnTo>
                  <a:pt x="4540468" y="0"/>
                </a:lnTo>
                <a:lnTo>
                  <a:pt x="45404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63852" y="-1747237"/>
            <a:ext cx="5424148" cy="4651207"/>
          </a:xfrm>
          <a:custGeom>
            <a:avLst/>
            <a:gdLst/>
            <a:ahLst/>
            <a:cxnLst/>
            <a:rect r="r" b="b" t="t" l="l"/>
            <a:pathLst>
              <a:path h="4651207" w="5424148">
                <a:moveTo>
                  <a:pt x="0" y="0"/>
                </a:moveTo>
                <a:lnTo>
                  <a:pt x="5424148" y="0"/>
                </a:lnTo>
                <a:lnTo>
                  <a:pt x="5424148" y="4651207"/>
                </a:lnTo>
                <a:lnTo>
                  <a:pt x="0" y="46512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06452" y="764973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550992">
            <a:off x="7560151" y="8102380"/>
            <a:ext cx="3167699" cy="4369239"/>
          </a:xfrm>
          <a:custGeom>
            <a:avLst/>
            <a:gdLst/>
            <a:ahLst/>
            <a:cxnLst/>
            <a:rect r="r" b="b" t="t" l="l"/>
            <a:pathLst>
              <a:path h="4369239" w="3167699">
                <a:moveTo>
                  <a:pt x="0" y="0"/>
                </a:moveTo>
                <a:lnTo>
                  <a:pt x="3167698" y="0"/>
                </a:lnTo>
                <a:lnTo>
                  <a:pt x="3167698" y="4369240"/>
                </a:lnTo>
                <a:lnTo>
                  <a:pt x="0" y="436924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40336" y="-1476625"/>
            <a:ext cx="3547448" cy="2953251"/>
          </a:xfrm>
          <a:custGeom>
            <a:avLst/>
            <a:gdLst/>
            <a:ahLst/>
            <a:cxnLst/>
            <a:rect r="r" b="b" t="t" l="l"/>
            <a:pathLst>
              <a:path h="2953251" w="3547448">
                <a:moveTo>
                  <a:pt x="0" y="0"/>
                </a:moveTo>
                <a:lnTo>
                  <a:pt x="3547449" y="0"/>
                </a:lnTo>
                <a:lnTo>
                  <a:pt x="3547449" y="2953250"/>
                </a:lnTo>
                <a:lnTo>
                  <a:pt x="0" y="2953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331393">
            <a:off x="3398410" y="-1977987"/>
            <a:ext cx="5159624" cy="4114800"/>
          </a:xfrm>
          <a:custGeom>
            <a:avLst/>
            <a:gdLst/>
            <a:ahLst/>
            <a:cxnLst/>
            <a:rect r="r" b="b" t="t" l="l"/>
            <a:pathLst>
              <a:path h="4114800" w="5159624">
                <a:moveTo>
                  <a:pt x="0" y="0"/>
                </a:moveTo>
                <a:lnTo>
                  <a:pt x="5159624" y="0"/>
                </a:lnTo>
                <a:lnTo>
                  <a:pt x="51596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742115" y="-1747237"/>
            <a:ext cx="3528441" cy="4114800"/>
          </a:xfrm>
          <a:custGeom>
            <a:avLst/>
            <a:gdLst/>
            <a:ahLst/>
            <a:cxnLst/>
            <a:rect r="r" b="b" t="t" l="l"/>
            <a:pathLst>
              <a:path h="4114800" w="3528441">
                <a:moveTo>
                  <a:pt x="0" y="0"/>
                </a:moveTo>
                <a:lnTo>
                  <a:pt x="3528441" y="0"/>
                </a:lnTo>
                <a:lnTo>
                  <a:pt x="35284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1049" y="1142216"/>
            <a:ext cx="15765902" cy="695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2"/>
              </a:lnSpc>
            </a:pPr>
            <a:r>
              <a:rPr lang="en-US" sz="412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Look at the images and tell the class if you like it or you don’t like it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61049" y="2762591"/>
            <a:ext cx="4692217" cy="5347255"/>
          </a:xfrm>
          <a:custGeom>
            <a:avLst/>
            <a:gdLst/>
            <a:ahLst/>
            <a:cxnLst/>
            <a:rect r="r" b="b" t="t" l="l"/>
            <a:pathLst>
              <a:path h="5347255" w="4692217">
                <a:moveTo>
                  <a:pt x="0" y="0"/>
                </a:moveTo>
                <a:lnTo>
                  <a:pt x="4692217" y="0"/>
                </a:lnTo>
                <a:lnTo>
                  <a:pt x="4692217" y="5347255"/>
                </a:lnTo>
                <a:lnTo>
                  <a:pt x="0" y="53472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33326" y="3512583"/>
            <a:ext cx="4621347" cy="3847271"/>
          </a:xfrm>
          <a:custGeom>
            <a:avLst/>
            <a:gdLst/>
            <a:ahLst/>
            <a:cxnLst/>
            <a:rect r="r" b="b" t="t" l="l"/>
            <a:pathLst>
              <a:path h="3847271" w="4621347">
                <a:moveTo>
                  <a:pt x="0" y="0"/>
                </a:moveTo>
                <a:lnTo>
                  <a:pt x="4621348" y="0"/>
                </a:lnTo>
                <a:lnTo>
                  <a:pt x="4621348" y="3847271"/>
                </a:lnTo>
                <a:lnTo>
                  <a:pt x="0" y="38472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79461" y="3117558"/>
            <a:ext cx="4347489" cy="4637322"/>
          </a:xfrm>
          <a:custGeom>
            <a:avLst/>
            <a:gdLst/>
            <a:ahLst/>
            <a:cxnLst/>
            <a:rect r="r" b="b" t="t" l="l"/>
            <a:pathLst>
              <a:path h="4637322" w="4347489">
                <a:moveTo>
                  <a:pt x="0" y="0"/>
                </a:moveTo>
                <a:lnTo>
                  <a:pt x="4347490" y="0"/>
                </a:lnTo>
                <a:lnTo>
                  <a:pt x="4347490" y="4637321"/>
                </a:lnTo>
                <a:lnTo>
                  <a:pt x="0" y="46373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61049" y="8384458"/>
            <a:ext cx="4692217" cy="51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3"/>
              </a:lnSpc>
            </a:pPr>
            <a:r>
              <a:rPr lang="en-US" sz="302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Do you like carrots?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97892" y="8384458"/>
            <a:ext cx="4692217" cy="51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3"/>
              </a:lnSpc>
            </a:pPr>
            <a:r>
              <a:rPr lang="en-US" sz="302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Do you like donuts?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07098" y="8384458"/>
            <a:ext cx="4692217" cy="51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3"/>
              </a:lnSpc>
            </a:pPr>
            <a:r>
              <a:rPr lang="en-US" sz="3023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Do you like oranges?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8711" y="3833705"/>
            <a:ext cx="698114" cy="708276"/>
            <a:chOff x="0" y="0"/>
            <a:chExt cx="722548" cy="7330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2548" cy="733066"/>
            </a:xfrm>
            <a:custGeom>
              <a:avLst/>
              <a:gdLst/>
              <a:ahLst/>
              <a:cxnLst/>
              <a:rect r="r" b="b" t="t" l="l"/>
              <a:pathLst>
                <a:path h="733066" w="722548">
                  <a:moveTo>
                    <a:pt x="166347" y="0"/>
                  </a:moveTo>
                  <a:lnTo>
                    <a:pt x="556201" y="0"/>
                  </a:lnTo>
                  <a:cubicBezTo>
                    <a:pt x="648072" y="0"/>
                    <a:pt x="722548" y="74476"/>
                    <a:pt x="722548" y="166347"/>
                  </a:cubicBezTo>
                  <a:lnTo>
                    <a:pt x="722548" y="566719"/>
                  </a:lnTo>
                  <a:cubicBezTo>
                    <a:pt x="722548" y="610837"/>
                    <a:pt x="705022" y="653148"/>
                    <a:pt x="673826" y="684344"/>
                  </a:cubicBezTo>
                  <a:cubicBezTo>
                    <a:pt x="642630" y="715540"/>
                    <a:pt x="600319" y="733066"/>
                    <a:pt x="556201" y="733066"/>
                  </a:cubicBezTo>
                  <a:lnTo>
                    <a:pt x="166347" y="733066"/>
                  </a:lnTo>
                  <a:cubicBezTo>
                    <a:pt x="122229" y="733066"/>
                    <a:pt x="79918" y="715540"/>
                    <a:pt x="48722" y="684344"/>
                  </a:cubicBezTo>
                  <a:cubicBezTo>
                    <a:pt x="17526" y="653148"/>
                    <a:pt x="0" y="610837"/>
                    <a:pt x="0" y="566719"/>
                  </a:cubicBezTo>
                  <a:lnTo>
                    <a:pt x="0" y="166347"/>
                  </a:lnTo>
                  <a:cubicBezTo>
                    <a:pt x="0" y="122229"/>
                    <a:pt x="17526" y="79918"/>
                    <a:pt x="48722" y="48722"/>
                  </a:cubicBezTo>
                  <a:cubicBezTo>
                    <a:pt x="79918" y="17526"/>
                    <a:pt x="122229" y="0"/>
                    <a:pt x="166347" y="0"/>
                  </a:cubicBezTo>
                  <a:close/>
                </a:path>
              </a:pathLst>
            </a:custGeom>
            <a:solidFill>
              <a:srgbClr val="272323"/>
            </a:solidFill>
            <a:ln w="19050" cap="sq">
              <a:solidFill>
                <a:srgbClr val="272323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22548" cy="771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783694"/>
            <a:ext cx="698114" cy="708276"/>
            <a:chOff x="0" y="0"/>
            <a:chExt cx="722548" cy="7330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2548" cy="733066"/>
            </a:xfrm>
            <a:custGeom>
              <a:avLst/>
              <a:gdLst/>
              <a:ahLst/>
              <a:cxnLst/>
              <a:rect r="r" b="b" t="t" l="l"/>
              <a:pathLst>
                <a:path h="733066" w="722548">
                  <a:moveTo>
                    <a:pt x="166347" y="0"/>
                  </a:moveTo>
                  <a:lnTo>
                    <a:pt x="556201" y="0"/>
                  </a:lnTo>
                  <a:cubicBezTo>
                    <a:pt x="648072" y="0"/>
                    <a:pt x="722548" y="74476"/>
                    <a:pt x="722548" y="166347"/>
                  </a:cubicBezTo>
                  <a:lnTo>
                    <a:pt x="722548" y="566719"/>
                  </a:lnTo>
                  <a:cubicBezTo>
                    <a:pt x="722548" y="610837"/>
                    <a:pt x="705022" y="653148"/>
                    <a:pt x="673826" y="684344"/>
                  </a:cubicBezTo>
                  <a:cubicBezTo>
                    <a:pt x="642630" y="715540"/>
                    <a:pt x="600319" y="733066"/>
                    <a:pt x="556201" y="733066"/>
                  </a:cubicBezTo>
                  <a:lnTo>
                    <a:pt x="166347" y="733066"/>
                  </a:lnTo>
                  <a:cubicBezTo>
                    <a:pt x="122229" y="733066"/>
                    <a:pt x="79918" y="715540"/>
                    <a:pt x="48722" y="684344"/>
                  </a:cubicBezTo>
                  <a:cubicBezTo>
                    <a:pt x="17526" y="653148"/>
                    <a:pt x="0" y="610837"/>
                    <a:pt x="0" y="566719"/>
                  </a:cubicBezTo>
                  <a:lnTo>
                    <a:pt x="0" y="166347"/>
                  </a:lnTo>
                  <a:cubicBezTo>
                    <a:pt x="0" y="122229"/>
                    <a:pt x="17526" y="79918"/>
                    <a:pt x="48722" y="48722"/>
                  </a:cubicBezTo>
                  <a:cubicBezTo>
                    <a:pt x="79918" y="17526"/>
                    <a:pt x="122229" y="0"/>
                    <a:pt x="1663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22548" cy="771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046807"/>
            <a:ext cx="6983591" cy="2577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31"/>
              </a:lnSpc>
            </a:pPr>
            <a:r>
              <a:rPr lang="en-US" sz="12065">
                <a:solidFill>
                  <a:srgbClr val="FA4141"/>
                </a:solidFill>
                <a:latin typeface="Brother"/>
                <a:ea typeface="Brother"/>
                <a:cs typeface="Brother"/>
                <a:sym typeface="Brother"/>
              </a:rPr>
              <a:t>teacher resources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78711" y="4590224"/>
            <a:ext cx="698114" cy="708276"/>
            <a:chOff x="0" y="0"/>
            <a:chExt cx="722548" cy="7330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2548" cy="733066"/>
            </a:xfrm>
            <a:custGeom>
              <a:avLst/>
              <a:gdLst/>
              <a:ahLst/>
              <a:cxnLst/>
              <a:rect r="r" b="b" t="t" l="l"/>
              <a:pathLst>
                <a:path h="733066" w="722548">
                  <a:moveTo>
                    <a:pt x="166347" y="0"/>
                  </a:moveTo>
                  <a:lnTo>
                    <a:pt x="556201" y="0"/>
                  </a:lnTo>
                  <a:cubicBezTo>
                    <a:pt x="648072" y="0"/>
                    <a:pt x="722548" y="74476"/>
                    <a:pt x="722548" y="166347"/>
                  </a:cubicBezTo>
                  <a:lnTo>
                    <a:pt x="722548" y="566719"/>
                  </a:lnTo>
                  <a:cubicBezTo>
                    <a:pt x="722548" y="610837"/>
                    <a:pt x="705022" y="653148"/>
                    <a:pt x="673826" y="684344"/>
                  </a:cubicBezTo>
                  <a:cubicBezTo>
                    <a:pt x="642630" y="715540"/>
                    <a:pt x="600319" y="733066"/>
                    <a:pt x="556201" y="733066"/>
                  </a:cubicBezTo>
                  <a:lnTo>
                    <a:pt x="166347" y="733066"/>
                  </a:lnTo>
                  <a:cubicBezTo>
                    <a:pt x="122229" y="733066"/>
                    <a:pt x="79918" y="715540"/>
                    <a:pt x="48722" y="684344"/>
                  </a:cubicBezTo>
                  <a:cubicBezTo>
                    <a:pt x="17526" y="653148"/>
                    <a:pt x="0" y="610837"/>
                    <a:pt x="0" y="566719"/>
                  </a:cubicBezTo>
                  <a:lnTo>
                    <a:pt x="0" y="166347"/>
                  </a:lnTo>
                  <a:cubicBezTo>
                    <a:pt x="0" y="122229"/>
                    <a:pt x="17526" y="79918"/>
                    <a:pt x="48722" y="48722"/>
                  </a:cubicBezTo>
                  <a:cubicBezTo>
                    <a:pt x="79918" y="17526"/>
                    <a:pt x="122229" y="0"/>
                    <a:pt x="166347" y="0"/>
                  </a:cubicBezTo>
                  <a:close/>
                </a:path>
              </a:pathLst>
            </a:custGeom>
            <a:solidFill>
              <a:srgbClr val="272323"/>
            </a:solidFill>
            <a:ln w="19050" cap="sq">
              <a:solidFill>
                <a:srgbClr val="272323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22548" cy="771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4540213"/>
            <a:ext cx="698114" cy="708276"/>
            <a:chOff x="0" y="0"/>
            <a:chExt cx="722548" cy="7330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2548" cy="733066"/>
            </a:xfrm>
            <a:custGeom>
              <a:avLst/>
              <a:gdLst/>
              <a:ahLst/>
              <a:cxnLst/>
              <a:rect r="r" b="b" t="t" l="l"/>
              <a:pathLst>
                <a:path h="733066" w="722548">
                  <a:moveTo>
                    <a:pt x="166347" y="0"/>
                  </a:moveTo>
                  <a:lnTo>
                    <a:pt x="556201" y="0"/>
                  </a:lnTo>
                  <a:cubicBezTo>
                    <a:pt x="648072" y="0"/>
                    <a:pt x="722548" y="74476"/>
                    <a:pt x="722548" y="166347"/>
                  </a:cubicBezTo>
                  <a:lnTo>
                    <a:pt x="722548" y="566719"/>
                  </a:lnTo>
                  <a:cubicBezTo>
                    <a:pt x="722548" y="610837"/>
                    <a:pt x="705022" y="653148"/>
                    <a:pt x="673826" y="684344"/>
                  </a:cubicBezTo>
                  <a:cubicBezTo>
                    <a:pt x="642630" y="715540"/>
                    <a:pt x="600319" y="733066"/>
                    <a:pt x="556201" y="733066"/>
                  </a:cubicBezTo>
                  <a:lnTo>
                    <a:pt x="166347" y="733066"/>
                  </a:lnTo>
                  <a:cubicBezTo>
                    <a:pt x="122229" y="733066"/>
                    <a:pt x="79918" y="715540"/>
                    <a:pt x="48722" y="684344"/>
                  </a:cubicBezTo>
                  <a:cubicBezTo>
                    <a:pt x="17526" y="653148"/>
                    <a:pt x="0" y="610837"/>
                    <a:pt x="0" y="566719"/>
                  </a:cubicBezTo>
                  <a:lnTo>
                    <a:pt x="0" y="166347"/>
                  </a:lnTo>
                  <a:cubicBezTo>
                    <a:pt x="0" y="122229"/>
                    <a:pt x="17526" y="79918"/>
                    <a:pt x="48722" y="48722"/>
                  </a:cubicBezTo>
                  <a:cubicBezTo>
                    <a:pt x="79918" y="17526"/>
                    <a:pt x="122229" y="0"/>
                    <a:pt x="1663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22548" cy="771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78711" y="5348511"/>
            <a:ext cx="698114" cy="708276"/>
            <a:chOff x="0" y="0"/>
            <a:chExt cx="722548" cy="7330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2548" cy="733066"/>
            </a:xfrm>
            <a:custGeom>
              <a:avLst/>
              <a:gdLst/>
              <a:ahLst/>
              <a:cxnLst/>
              <a:rect r="r" b="b" t="t" l="l"/>
              <a:pathLst>
                <a:path h="733066" w="722548">
                  <a:moveTo>
                    <a:pt x="166347" y="0"/>
                  </a:moveTo>
                  <a:lnTo>
                    <a:pt x="556201" y="0"/>
                  </a:lnTo>
                  <a:cubicBezTo>
                    <a:pt x="648072" y="0"/>
                    <a:pt x="722548" y="74476"/>
                    <a:pt x="722548" y="166347"/>
                  </a:cubicBezTo>
                  <a:lnTo>
                    <a:pt x="722548" y="566719"/>
                  </a:lnTo>
                  <a:cubicBezTo>
                    <a:pt x="722548" y="610837"/>
                    <a:pt x="705022" y="653148"/>
                    <a:pt x="673826" y="684344"/>
                  </a:cubicBezTo>
                  <a:cubicBezTo>
                    <a:pt x="642630" y="715540"/>
                    <a:pt x="600319" y="733066"/>
                    <a:pt x="556201" y="733066"/>
                  </a:cubicBezTo>
                  <a:lnTo>
                    <a:pt x="166347" y="733066"/>
                  </a:lnTo>
                  <a:cubicBezTo>
                    <a:pt x="122229" y="733066"/>
                    <a:pt x="79918" y="715540"/>
                    <a:pt x="48722" y="684344"/>
                  </a:cubicBezTo>
                  <a:cubicBezTo>
                    <a:pt x="17526" y="653148"/>
                    <a:pt x="0" y="610837"/>
                    <a:pt x="0" y="566719"/>
                  </a:cubicBezTo>
                  <a:lnTo>
                    <a:pt x="0" y="166347"/>
                  </a:lnTo>
                  <a:cubicBezTo>
                    <a:pt x="0" y="122229"/>
                    <a:pt x="17526" y="79918"/>
                    <a:pt x="48722" y="48722"/>
                  </a:cubicBezTo>
                  <a:cubicBezTo>
                    <a:pt x="79918" y="17526"/>
                    <a:pt x="122229" y="0"/>
                    <a:pt x="166347" y="0"/>
                  </a:cubicBezTo>
                  <a:close/>
                </a:path>
              </a:pathLst>
            </a:custGeom>
            <a:solidFill>
              <a:srgbClr val="272323"/>
            </a:solidFill>
            <a:ln w="19050" cap="sq">
              <a:solidFill>
                <a:srgbClr val="272323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22548" cy="771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5298500"/>
            <a:ext cx="698114" cy="708276"/>
            <a:chOff x="0" y="0"/>
            <a:chExt cx="722548" cy="7330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2548" cy="733066"/>
            </a:xfrm>
            <a:custGeom>
              <a:avLst/>
              <a:gdLst/>
              <a:ahLst/>
              <a:cxnLst/>
              <a:rect r="r" b="b" t="t" l="l"/>
              <a:pathLst>
                <a:path h="733066" w="722548">
                  <a:moveTo>
                    <a:pt x="166347" y="0"/>
                  </a:moveTo>
                  <a:lnTo>
                    <a:pt x="556201" y="0"/>
                  </a:lnTo>
                  <a:cubicBezTo>
                    <a:pt x="648072" y="0"/>
                    <a:pt x="722548" y="74476"/>
                    <a:pt x="722548" y="166347"/>
                  </a:cubicBezTo>
                  <a:lnTo>
                    <a:pt x="722548" y="566719"/>
                  </a:lnTo>
                  <a:cubicBezTo>
                    <a:pt x="722548" y="610837"/>
                    <a:pt x="705022" y="653148"/>
                    <a:pt x="673826" y="684344"/>
                  </a:cubicBezTo>
                  <a:cubicBezTo>
                    <a:pt x="642630" y="715540"/>
                    <a:pt x="600319" y="733066"/>
                    <a:pt x="556201" y="733066"/>
                  </a:cubicBezTo>
                  <a:lnTo>
                    <a:pt x="166347" y="733066"/>
                  </a:lnTo>
                  <a:cubicBezTo>
                    <a:pt x="122229" y="733066"/>
                    <a:pt x="79918" y="715540"/>
                    <a:pt x="48722" y="684344"/>
                  </a:cubicBezTo>
                  <a:cubicBezTo>
                    <a:pt x="17526" y="653148"/>
                    <a:pt x="0" y="610837"/>
                    <a:pt x="0" y="566719"/>
                  </a:cubicBezTo>
                  <a:lnTo>
                    <a:pt x="0" y="166347"/>
                  </a:lnTo>
                  <a:cubicBezTo>
                    <a:pt x="0" y="122229"/>
                    <a:pt x="17526" y="79918"/>
                    <a:pt x="48722" y="48722"/>
                  </a:cubicBezTo>
                  <a:cubicBezTo>
                    <a:pt x="79918" y="17526"/>
                    <a:pt x="122229" y="0"/>
                    <a:pt x="1663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22548" cy="771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78711" y="6106798"/>
            <a:ext cx="698114" cy="708276"/>
            <a:chOff x="0" y="0"/>
            <a:chExt cx="722548" cy="73306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2548" cy="733066"/>
            </a:xfrm>
            <a:custGeom>
              <a:avLst/>
              <a:gdLst/>
              <a:ahLst/>
              <a:cxnLst/>
              <a:rect r="r" b="b" t="t" l="l"/>
              <a:pathLst>
                <a:path h="733066" w="722548">
                  <a:moveTo>
                    <a:pt x="166347" y="0"/>
                  </a:moveTo>
                  <a:lnTo>
                    <a:pt x="556201" y="0"/>
                  </a:lnTo>
                  <a:cubicBezTo>
                    <a:pt x="648072" y="0"/>
                    <a:pt x="722548" y="74476"/>
                    <a:pt x="722548" y="166347"/>
                  </a:cubicBezTo>
                  <a:lnTo>
                    <a:pt x="722548" y="566719"/>
                  </a:lnTo>
                  <a:cubicBezTo>
                    <a:pt x="722548" y="610837"/>
                    <a:pt x="705022" y="653148"/>
                    <a:pt x="673826" y="684344"/>
                  </a:cubicBezTo>
                  <a:cubicBezTo>
                    <a:pt x="642630" y="715540"/>
                    <a:pt x="600319" y="733066"/>
                    <a:pt x="556201" y="733066"/>
                  </a:cubicBezTo>
                  <a:lnTo>
                    <a:pt x="166347" y="733066"/>
                  </a:lnTo>
                  <a:cubicBezTo>
                    <a:pt x="122229" y="733066"/>
                    <a:pt x="79918" y="715540"/>
                    <a:pt x="48722" y="684344"/>
                  </a:cubicBezTo>
                  <a:cubicBezTo>
                    <a:pt x="17526" y="653148"/>
                    <a:pt x="0" y="610837"/>
                    <a:pt x="0" y="566719"/>
                  </a:cubicBezTo>
                  <a:lnTo>
                    <a:pt x="0" y="166347"/>
                  </a:lnTo>
                  <a:cubicBezTo>
                    <a:pt x="0" y="122229"/>
                    <a:pt x="17526" y="79918"/>
                    <a:pt x="48722" y="48722"/>
                  </a:cubicBezTo>
                  <a:cubicBezTo>
                    <a:pt x="79918" y="17526"/>
                    <a:pt x="122229" y="0"/>
                    <a:pt x="166347" y="0"/>
                  </a:cubicBezTo>
                  <a:close/>
                </a:path>
              </a:pathLst>
            </a:custGeom>
            <a:solidFill>
              <a:srgbClr val="272323"/>
            </a:solidFill>
            <a:ln w="19050" cap="sq">
              <a:solidFill>
                <a:srgbClr val="272323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22548" cy="771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6056787"/>
            <a:ext cx="698114" cy="708276"/>
            <a:chOff x="0" y="0"/>
            <a:chExt cx="722548" cy="73306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2548" cy="733066"/>
            </a:xfrm>
            <a:custGeom>
              <a:avLst/>
              <a:gdLst/>
              <a:ahLst/>
              <a:cxnLst/>
              <a:rect r="r" b="b" t="t" l="l"/>
              <a:pathLst>
                <a:path h="733066" w="722548">
                  <a:moveTo>
                    <a:pt x="166347" y="0"/>
                  </a:moveTo>
                  <a:lnTo>
                    <a:pt x="556201" y="0"/>
                  </a:lnTo>
                  <a:cubicBezTo>
                    <a:pt x="648072" y="0"/>
                    <a:pt x="722548" y="74476"/>
                    <a:pt x="722548" y="166347"/>
                  </a:cubicBezTo>
                  <a:lnTo>
                    <a:pt x="722548" y="566719"/>
                  </a:lnTo>
                  <a:cubicBezTo>
                    <a:pt x="722548" y="610837"/>
                    <a:pt x="705022" y="653148"/>
                    <a:pt x="673826" y="684344"/>
                  </a:cubicBezTo>
                  <a:cubicBezTo>
                    <a:pt x="642630" y="715540"/>
                    <a:pt x="600319" y="733066"/>
                    <a:pt x="556201" y="733066"/>
                  </a:cubicBezTo>
                  <a:lnTo>
                    <a:pt x="166347" y="733066"/>
                  </a:lnTo>
                  <a:cubicBezTo>
                    <a:pt x="122229" y="733066"/>
                    <a:pt x="79918" y="715540"/>
                    <a:pt x="48722" y="684344"/>
                  </a:cubicBezTo>
                  <a:cubicBezTo>
                    <a:pt x="17526" y="653148"/>
                    <a:pt x="0" y="610837"/>
                    <a:pt x="0" y="566719"/>
                  </a:cubicBezTo>
                  <a:lnTo>
                    <a:pt x="0" y="166347"/>
                  </a:lnTo>
                  <a:cubicBezTo>
                    <a:pt x="0" y="122229"/>
                    <a:pt x="17526" y="79918"/>
                    <a:pt x="48722" y="48722"/>
                  </a:cubicBezTo>
                  <a:cubicBezTo>
                    <a:pt x="79918" y="17526"/>
                    <a:pt x="122229" y="0"/>
                    <a:pt x="1663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22548" cy="771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51236" y="4007435"/>
            <a:ext cx="253041" cy="48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4181">
                <a:solidFill>
                  <a:srgbClr val="272626"/>
                </a:solidFill>
                <a:latin typeface="Brother"/>
                <a:ea typeface="Brother"/>
                <a:cs typeface="Brother"/>
                <a:sym typeface="Brother"/>
              </a:rPr>
              <a:t>b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78711" y="6865085"/>
            <a:ext cx="698114" cy="708276"/>
            <a:chOff x="0" y="0"/>
            <a:chExt cx="722548" cy="73306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2548" cy="733066"/>
            </a:xfrm>
            <a:custGeom>
              <a:avLst/>
              <a:gdLst/>
              <a:ahLst/>
              <a:cxnLst/>
              <a:rect r="r" b="b" t="t" l="l"/>
              <a:pathLst>
                <a:path h="733066" w="722548">
                  <a:moveTo>
                    <a:pt x="166347" y="0"/>
                  </a:moveTo>
                  <a:lnTo>
                    <a:pt x="556201" y="0"/>
                  </a:lnTo>
                  <a:cubicBezTo>
                    <a:pt x="648072" y="0"/>
                    <a:pt x="722548" y="74476"/>
                    <a:pt x="722548" y="166347"/>
                  </a:cubicBezTo>
                  <a:lnTo>
                    <a:pt x="722548" y="566719"/>
                  </a:lnTo>
                  <a:cubicBezTo>
                    <a:pt x="722548" y="610837"/>
                    <a:pt x="705022" y="653148"/>
                    <a:pt x="673826" y="684344"/>
                  </a:cubicBezTo>
                  <a:cubicBezTo>
                    <a:pt x="642630" y="715540"/>
                    <a:pt x="600319" y="733066"/>
                    <a:pt x="556201" y="733066"/>
                  </a:cubicBezTo>
                  <a:lnTo>
                    <a:pt x="166347" y="733066"/>
                  </a:lnTo>
                  <a:cubicBezTo>
                    <a:pt x="122229" y="733066"/>
                    <a:pt x="79918" y="715540"/>
                    <a:pt x="48722" y="684344"/>
                  </a:cubicBezTo>
                  <a:cubicBezTo>
                    <a:pt x="17526" y="653148"/>
                    <a:pt x="0" y="610837"/>
                    <a:pt x="0" y="566719"/>
                  </a:cubicBezTo>
                  <a:lnTo>
                    <a:pt x="0" y="166347"/>
                  </a:lnTo>
                  <a:cubicBezTo>
                    <a:pt x="0" y="122229"/>
                    <a:pt x="17526" y="79918"/>
                    <a:pt x="48722" y="48722"/>
                  </a:cubicBezTo>
                  <a:cubicBezTo>
                    <a:pt x="79918" y="17526"/>
                    <a:pt x="122229" y="0"/>
                    <a:pt x="166347" y="0"/>
                  </a:cubicBezTo>
                  <a:close/>
                </a:path>
              </a:pathLst>
            </a:custGeom>
            <a:solidFill>
              <a:srgbClr val="272323"/>
            </a:solidFill>
            <a:ln w="19050" cap="sq">
              <a:solidFill>
                <a:srgbClr val="272323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22548" cy="771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8700" y="6815074"/>
            <a:ext cx="698114" cy="708276"/>
            <a:chOff x="0" y="0"/>
            <a:chExt cx="722548" cy="73306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2548" cy="733066"/>
            </a:xfrm>
            <a:custGeom>
              <a:avLst/>
              <a:gdLst/>
              <a:ahLst/>
              <a:cxnLst/>
              <a:rect r="r" b="b" t="t" l="l"/>
              <a:pathLst>
                <a:path h="733066" w="722548">
                  <a:moveTo>
                    <a:pt x="166347" y="0"/>
                  </a:moveTo>
                  <a:lnTo>
                    <a:pt x="556201" y="0"/>
                  </a:lnTo>
                  <a:cubicBezTo>
                    <a:pt x="648072" y="0"/>
                    <a:pt x="722548" y="74476"/>
                    <a:pt x="722548" y="166347"/>
                  </a:cubicBezTo>
                  <a:lnTo>
                    <a:pt x="722548" y="566719"/>
                  </a:lnTo>
                  <a:cubicBezTo>
                    <a:pt x="722548" y="610837"/>
                    <a:pt x="705022" y="653148"/>
                    <a:pt x="673826" y="684344"/>
                  </a:cubicBezTo>
                  <a:cubicBezTo>
                    <a:pt x="642630" y="715540"/>
                    <a:pt x="600319" y="733066"/>
                    <a:pt x="556201" y="733066"/>
                  </a:cubicBezTo>
                  <a:lnTo>
                    <a:pt x="166347" y="733066"/>
                  </a:lnTo>
                  <a:cubicBezTo>
                    <a:pt x="122229" y="733066"/>
                    <a:pt x="79918" y="715540"/>
                    <a:pt x="48722" y="684344"/>
                  </a:cubicBezTo>
                  <a:cubicBezTo>
                    <a:pt x="17526" y="653148"/>
                    <a:pt x="0" y="610837"/>
                    <a:pt x="0" y="566719"/>
                  </a:cubicBezTo>
                  <a:lnTo>
                    <a:pt x="0" y="166347"/>
                  </a:lnTo>
                  <a:cubicBezTo>
                    <a:pt x="0" y="122229"/>
                    <a:pt x="17526" y="79918"/>
                    <a:pt x="48722" y="48722"/>
                  </a:cubicBezTo>
                  <a:cubicBezTo>
                    <a:pt x="79918" y="17526"/>
                    <a:pt x="122229" y="0"/>
                    <a:pt x="1663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22548" cy="771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78711" y="7623372"/>
            <a:ext cx="698114" cy="708276"/>
            <a:chOff x="0" y="0"/>
            <a:chExt cx="722548" cy="73306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2548" cy="733066"/>
            </a:xfrm>
            <a:custGeom>
              <a:avLst/>
              <a:gdLst/>
              <a:ahLst/>
              <a:cxnLst/>
              <a:rect r="r" b="b" t="t" l="l"/>
              <a:pathLst>
                <a:path h="733066" w="722548">
                  <a:moveTo>
                    <a:pt x="166347" y="0"/>
                  </a:moveTo>
                  <a:lnTo>
                    <a:pt x="556201" y="0"/>
                  </a:lnTo>
                  <a:cubicBezTo>
                    <a:pt x="648072" y="0"/>
                    <a:pt x="722548" y="74476"/>
                    <a:pt x="722548" y="166347"/>
                  </a:cubicBezTo>
                  <a:lnTo>
                    <a:pt x="722548" y="566719"/>
                  </a:lnTo>
                  <a:cubicBezTo>
                    <a:pt x="722548" y="610837"/>
                    <a:pt x="705022" y="653148"/>
                    <a:pt x="673826" y="684344"/>
                  </a:cubicBezTo>
                  <a:cubicBezTo>
                    <a:pt x="642630" y="715540"/>
                    <a:pt x="600319" y="733066"/>
                    <a:pt x="556201" y="733066"/>
                  </a:cubicBezTo>
                  <a:lnTo>
                    <a:pt x="166347" y="733066"/>
                  </a:lnTo>
                  <a:cubicBezTo>
                    <a:pt x="122229" y="733066"/>
                    <a:pt x="79918" y="715540"/>
                    <a:pt x="48722" y="684344"/>
                  </a:cubicBezTo>
                  <a:cubicBezTo>
                    <a:pt x="17526" y="653148"/>
                    <a:pt x="0" y="610837"/>
                    <a:pt x="0" y="566719"/>
                  </a:cubicBezTo>
                  <a:lnTo>
                    <a:pt x="0" y="166347"/>
                  </a:lnTo>
                  <a:cubicBezTo>
                    <a:pt x="0" y="122229"/>
                    <a:pt x="17526" y="79918"/>
                    <a:pt x="48722" y="48722"/>
                  </a:cubicBezTo>
                  <a:cubicBezTo>
                    <a:pt x="79918" y="17526"/>
                    <a:pt x="122229" y="0"/>
                    <a:pt x="166347" y="0"/>
                  </a:cubicBezTo>
                  <a:close/>
                </a:path>
              </a:pathLst>
            </a:custGeom>
            <a:solidFill>
              <a:srgbClr val="272323"/>
            </a:solidFill>
            <a:ln w="19050" cap="sq">
              <a:solidFill>
                <a:srgbClr val="272323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22548" cy="771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8700" y="7573361"/>
            <a:ext cx="698114" cy="708276"/>
            <a:chOff x="0" y="0"/>
            <a:chExt cx="722548" cy="73306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2548" cy="733066"/>
            </a:xfrm>
            <a:custGeom>
              <a:avLst/>
              <a:gdLst/>
              <a:ahLst/>
              <a:cxnLst/>
              <a:rect r="r" b="b" t="t" l="l"/>
              <a:pathLst>
                <a:path h="733066" w="722548">
                  <a:moveTo>
                    <a:pt x="166347" y="0"/>
                  </a:moveTo>
                  <a:lnTo>
                    <a:pt x="556201" y="0"/>
                  </a:lnTo>
                  <a:cubicBezTo>
                    <a:pt x="648072" y="0"/>
                    <a:pt x="722548" y="74476"/>
                    <a:pt x="722548" y="166347"/>
                  </a:cubicBezTo>
                  <a:lnTo>
                    <a:pt x="722548" y="566719"/>
                  </a:lnTo>
                  <a:cubicBezTo>
                    <a:pt x="722548" y="610837"/>
                    <a:pt x="705022" y="653148"/>
                    <a:pt x="673826" y="684344"/>
                  </a:cubicBezTo>
                  <a:cubicBezTo>
                    <a:pt x="642630" y="715540"/>
                    <a:pt x="600319" y="733066"/>
                    <a:pt x="556201" y="733066"/>
                  </a:cubicBezTo>
                  <a:lnTo>
                    <a:pt x="166347" y="733066"/>
                  </a:lnTo>
                  <a:cubicBezTo>
                    <a:pt x="122229" y="733066"/>
                    <a:pt x="79918" y="715540"/>
                    <a:pt x="48722" y="684344"/>
                  </a:cubicBezTo>
                  <a:cubicBezTo>
                    <a:pt x="17526" y="653148"/>
                    <a:pt x="0" y="610837"/>
                    <a:pt x="0" y="566719"/>
                  </a:cubicBezTo>
                  <a:lnTo>
                    <a:pt x="0" y="166347"/>
                  </a:lnTo>
                  <a:cubicBezTo>
                    <a:pt x="0" y="122229"/>
                    <a:pt x="17526" y="79918"/>
                    <a:pt x="48722" y="48722"/>
                  </a:cubicBezTo>
                  <a:cubicBezTo>
                    <a:pt x="79918" y="17526"/>
                    <a:pt x="122229" y="0"/>
                    <a:pt x="1663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22548" cy="771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78711" y="8381659"/>
            <a:ext cx="698114" cy="708276"/>
            <a:chOff x="0" y="0"/>
            <a:chExt cx="722548" cy="73306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22548" cy="733066"/>
            </a:xfrm>
            <a:custGeom>
              <a:avLst/>
              <a:gdLst/>
              <a:ahLst/>
              <a:cxnLst/>
              <a:rect r="r" b="b" t="t" l="l"/>
              <a:pathLst>
                <a:path h="733066" w="722548">
                  <a:moveTo>
                    <a:pt x="166347" y="0"/>
                  </a:moveTo>
                  <a:lnTo>
                    <a:pt x="556201" y="0"/>
                  </a:lnTo>
                  <a:cubicBezTo>
                    <a:pt x="648072" y="0"/>
                    <a:pt x="722548" y="74476"/>
                    <a:pt x="722548" y="166347"/>
                  </a:cubicBezTo>
                  <a:lnTo>
                    <a:pt x="722548" y="566719"/>
                  </a:lnTo>
                  <a:cubicBezTo>
                    <a:pt x="722548" y="610837"/>
                    <a:pt x="705022" y="653148"/>
                    <a:pt x="673826" y="684344"/>
                  </a:cubicBezTo>
                  <a:cubicBezTo>
                    <a:pt x="642630" y="715540"/>
                    <a:pt x="600319" y="733066"/>
                    <a:pt x="556201" y="733066"/>
                  </a:cubicBezTo>
                  <a:lnTo>
                    <a:pt x="166347" y="733066"/>
                  </a:lnTo>
                  <a:cubicBezTo>
                    <a:pt x="122229" y="733066"/>
                    <a:pt x="79918" y="715540"/>
                    <a:pt x="48722" y="684344"/>
                  </a:cubicBezTo>
                  <a:cubicBezTo>
                    <a:pt x="17526" y="653148"/>
                    <a:pt x="0" y="610837"/>
                    <a:pt x="0" y="566719"/>
                  </a:cubicBezTo>
                  <a:lnTo>
                    <a:pt x="0" y="166347"/>
                  </a:lnTo>
                  <a:cubicBezTo>
                    <a:pt x="0" y="122229"/>
                    <a:pt x="17526" y="79918"/>
                    <a:pt x="48722" y="48722"/>
                  </a:cubicBezTo>
                  <a:cubicBezTo>
                    <a:pt x="79918" y="17526"/>
                    <a:pt x="122229" y="0"/>
                    <a:pt x="166347" y="0"/>
                  </a:cubicBezTo>
                  <a:close/>
                </a:path>
              </a:pathLst>
            </a:custGeom>
            <a:solidFill>
              <a:srgbClr val="272323"/>
            </a:solidFill>
            <a:ln w="19050" cap="sq">
              <a:solidFill>
                <a:srgbClr val="272323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22548" cy="771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28700" y="8331648"/>
            <a:ext cx="698114" cy="708276"/>
            <a:chOff x="0" y="0"/>
            <a:chExt cx="722548" cy="73306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22548" cy="733066"/>
            </a:xfrm>
            <a:custGeom>
              <a:avLst/>
              <a:gdLst/>
              <a:ahLst/>
              <a:cxnLst/>
              <a:rect r="r" b="b" t="t" l="l"/>
              <a:pathLst>
                <a:path h="733066" w="722548">
                  <a:moveTo>
                    <a:pt x="166347" y="0"/>
                  </a:moveTo>
                  <a:lnTo>
                    <a:pt x="556201" y="0"/>
                  </a:lnTo>
                  <a:cubicBezTo>
                    <a:pt x="648072" y="0"/>
                    <a:pt x="722548" y="74476"/>
                    <a:pt x="722548" y="166347"/>
                  </a:cubicBezTo>
                  <a:lnTo>
                    <a:pt x="722548" y="566719"/>
                  </a:lnTo>
                  <a:cubicBezTo>
                    <a:pt x="722548" y="610837"/>
                    <a:pt x="705022" y="653148"/>
                    <a:pt x="673826" y="684344"/>
                  </a:cubicBezTo>
                  <a:cubicBezTo>
                    <a:pt x="642630" y="715540"/>
                    <a:pt x="600319" y="733066"/>
                    <a:pt x="556201" y="733066"/>
                  </a:cubicBezTo>
                  <a:lnTo>
                    <a:pt x="166347" y="733066"/>
                  </a:lnTo>
                  <a:cubicBezTo>
                    <a:pt x="122229" y="733066"/>
                    <a:pt x="79918" y="715540"/>
                    <a:pt x="48722" y="684344"/>
                  </a:cubicBezTo>
                  <a:cubicBezTo>
                    <a:pt x="17526" y="653148"/>
                    <a:pt x="0" y="610837"/>
                    <a:pt x="0" y="566719"/>
                  </a:cubicBezTo>
                  <a:lnTo>
                    <a:pt x="0" y="166347"/>
                  </a:lnTo>
                  <a:cubicBezTo>
                    <a:pt x="0" y="122229"/>
                    <a:pt x="17526" y="79918"/>
                    <a:pt x="48722" y="48722"/>
                  </a:cubicBezTo>
                  <a:cubicBezTo>
                    <a:pt x="79918" y="17526"/>
                    <a:pt x="122229" y="0"/>
                    <a:pt x="1663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722548" cy="771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51236" y="4763954"/>
            <a:ext cx="253041" cy="48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4181">
                <a:solidFill>
                  <a:srgbClr val="272626"/>
                </a:solidFill>
                <a:latin typeface="Brother"/>
                <a:ea typeface="Brother"/>
                <a:cs typeface="Brother"/>
                <a:sym typeface="Brother"/>
              </a:rPr>
              <a:t>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51236" y="5519790"/>
            <a:ext cx="253041" cy="48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4181">
                <a:solidFill>
                  <a:srgbClr val="272626"/>
                </a:solidFill>
                <a:latin typeface="Brother"/>
                <a:ea typeface="Brother"/>
                <a:cs typeface="Brother"/>
                <a:sym typeface="Brother"/>
              </a:rPr>
              <a:t>q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51236" y="6276309"/>
            <a:ext cx="253041" cy="48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4181">
                <a:solidFill>
                  <a:srgbClr val="272626"/>
                </a:solidFill>
                <a:latin typeface="Brother"/>
                <a:ea typeface="Brother"/>
                <a:cs typeface="Brother"/>
                <a:sym typeface="Brother"/>
              </a:rPr>
              <a:t>x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51236" y="7036364"/>
            <a:ext cx="253041" cy="48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4181">
                <a:solidFill>
                  <a:srgbClr val="272626"/>
                </a:solidFill>
                <a:latin typeface="Brother"/>
                <a:ea typeface="Brother"/>
                <a:cs typeface="Brother"/>
                <a:sym typeface="Brother"/>
              </a:rPr>
              <a:t>c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51236" y="7792201"/>
            <a:ext cx="253041" cy="48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4181">
                <a:solidFill>
                  <a:srgbClr val="272626"/>
                </a:solidFill>
                <a:latin typeface="Brother"/>
                <a:ea typeface="Brother"/>
                <a:cs typeface="Brother"/>
                <a:sym typeface="Brother"/>
              </a:rPr>
              <a:t>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51236" y="8548720"/>
            <a:ext cx="253041" cy="48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4181">
                <a:solidFill>
                  <a:srgbClr val="272626"/>
                </a:solidFill>
                <a:latin typeface="Brother"/>
                <a:ea typeface="Brother"/>
                <a:cs typeface="Brother"/>
                <a:sym typeface="Brother"/>
              </a:rPr>
              <a:t>u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921378" y="3868878"/>
            <a:ext cx="5679949" cy="49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2914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For blur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921378" y="4625397"/>
            <a:ext cx="5679949" cy="49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2914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For drumroll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921378" y="5383684"/>
            <a:ext cx="5679949" cy="49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2914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For quiet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921378" y="6191982"/>
            <a:ext cx="5679949" cy="49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2914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To close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877491" y="6900258"/>
            <a:ext cx="5679949" cy="49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2914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For confetti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877491" y="7708556"/>
            <a:ext cx="5679949" cy="49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2914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For bubbles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877491" y="8445834"/>
            <a:ext cx="5679949" cy="49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2914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For unveil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877491" y="9155442"/>
            <a:ext cx="5679949" cy="49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2914">
                <a:solidFill>
                  <a:srgbClr val="272323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Any number from 0-9 for timer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8012291" y="4399000"/>
            <a:ext cx="4170131" cy="2010353"/>
            <a:chOff x="0" y="0"/>
            <a:chExt cx="1236363" cy="59603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36363" cy="596031"/>
            </a:xfrm>
            <a:custGeom>
              <a:avLst/>
              <a:gdLst/>
              <a:ahLst/>
              <a:cxnLst/>
              <a:rect r="r" b="b" t="t" l="l"/>
              <a:pathLst>
                <a:path h="596031" w="1236363">
                  <a:moveTo>
                    <a:pt x="46413" y="0"/>
                  </a:moveTo>
                  <a:lnTo>
                    <a:pt x="1189950" y="0"/>
                  </a:lnTo>
                  <a:cubicBezTo>
                    <a:pt x="1215583" y="0"/>
                    <a:pt x="1236363" y="20780"/>
                    <a:pt x="1236363" y="46413"/>
                  </a:cubicBezTo>
                  <a:lnTo>
                    <a:pt x="1236363" y="549618"/>
                  </a:lnTo>
                  <a:cubicBezTo>
                    <a:pt x="1236363" y="575251"/>
                    <a:pt x="1215583" y="596031"/>
                    <a:pt x="1189950" y="596031"/>
                  </a:cubicBezTo>
                  <a:lnTo>
                    <a:pt x="46413" y="596031"/>
                  </a:lnTo>
                  <a:cubicBezTo>
                    <a:pt x="20780" y="596031"/>
                    <a:pt x="0" y="575251"/>
                    <a:pt x="0" y="549618"/>
                  </a:cubicBezTo>
                  <a:lnTo>
                    <a:pt x="0" y="46413"/>
                  </a:lnTo>
                  <a:cubicBezTo>
                    <a:pt x="0" y="20780"/>
                    <a:pt x="20780" y="0"/>
                    <a:pt x="4641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72626"/>
              </a:solidFill>
              <a:prstDash val="solid"/>
              <a:round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236363" cy="634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012291" y="7219102"/>
            <a:ext cx="4170131" cy="2039198"/>
            <a:chOff x="0" y="0"/>
            <a:chExt cx="1236363" cy="60458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36363" cy="604583"/>
            </a:xfrm>
            <a:custGeom>
              <a:avLst/>
              <a:gdLst/>
              <a:ahLst/>
              <a:cxnLst/>
              <a:rect r="r" b="b" t="t" l="l"/>
              <a:pathLst>
                <a:path h="604583" w="1236363">
                  <a:moveTo>
                    <a:pt x="46413" y="0"/>
                  </a:moveTo>
                  <a:lnTo>
                    <a:pt x="1189950" y="0"/>
                  </a:lnTo>
                  <a:cubicBezTo>
                    <a:pt x="1215583" y="0"/>
                    <a:pt x="1236363" y="20780"/>
                    <a:pt x="1236363" y="46413"/>
                  </a:cubicBezTo>
                  <a:lnTo>
                    <a:pt x="1236363" y="558170"/>
                  </a:lnTo>
                  <a:cubicBezTo>
                    <a:pt x="1236363" y="570479"/>
                    <a:pt x="1231473" y="582285"/>
                    <a:pt x="1222769" y="590989"/>
                  </a:cubicBezTo>
                  <a:cubicBezTo>
                    <a:pt x="1214065" y="599693"/>
                    <a:pt x="1202260" y="604583"/>
                    <a:pt x="1189950" y="604583"/>
                  </a:cubicBezTo>
                  <a:lnTo>
                    <a:pt x="46413" y="604583"/>
                  </a:lnTo>
                  <a:cubicBezTo>
                    <a:pt x="20780" y="604583"/>
                    <a:pt x="0" y="583803"/>
                    <a:pt x="0" y="558170"/>
                  </a:cubicBezTo>
                  <a:lnTo>
                    <a:pt x="0" y="46413"/>
                  </a:lnTo>
                  <a:cubicBezTo>
                    <a:pt x="0" y="20780"/>
                    <a:pt x="20780" y="0"/>
                    <a:pt x="4641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72626"/>
              </a:solidFill>
              <a:prstDash val="solid"/>
              <a:round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236363" cy="642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409199" y="7440689"/>
            <a:ext cx="773716" cy="773716"/>
            <a:chOff x="0" y="0"/>
            <a:chExt cx="812800" cy="812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3E8"/>
            </a:solidFill>
            <a:ln w="38100" cap="sq">
              <a:solidFill>
                <a:srgbClr val="272626"/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409199" y="8262997"/>
            <a:ext cx="773716" cy="773716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4E6"/>
            </a:solidFill>
            <a:ln w="38100" cap="sq">
              <a:solidFill>
                <a:srgbClr val="272626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276016" y="7440689"/>
            <a:ext cx="773716" cy="773716"/>
            <a:chOff x="0" y="0"/>
            <a:chExt cx="812800" cy="812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4141"/>
            </a:solidFill>
            <a:ln w="38100" cap="sq">
              <a:solidFill>
                <a:srgbClr val="272626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276016" y="8262997"/>
            <a:ext cx="773716" cy="773716"/>
            <a:chOff x="0" y="0"/>
            <a:chExt cx="812800" cy="8128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8ED"/>
            </a:solidFill>
            <a:ln w="38100" cap="sq">
              <a:solidFill>
                <a:srgbClr val="272626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144982" y="7440689"/>
            <a:ext cx="773716" cy="773716"/>
            <a:chOff x="0" y="0"/>
            <a:chExt cx="812800" cy="812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323"/>
            </a:solidFill>
            <a:ln w="38100" cap="sq">
              <a:solidFill>
                <a:srgbClr val="272626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011798" y="7440689"/>
            <a:ext cx="773716" cy="773716"/>
            <a:chOff x="0" y="0"/>
            <a:chExt cx="812800" cy="8128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F0FD"/>
            </a:solidFill>
            <a:ln w="38100" cap="sq">
              <a:solidFill>
                <a:srgbClr val="272626"/>
              </a:solidFill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8583726" y="5076933"/>
            <a:ext cx="3027261" cy="78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7"/>
              </a:lnSpc>
            </a:pPr>
            <a:r>
              <a:rPr lang="en-US" sz="7496">
                <a:solidFill>
                  <a:srgbClr val="272626"/>
                </a:solidFill>
                <a:latin typeface="Brother"/>
                <a:ea typeface="Brother"/>
                <a:cs typeface="Brother"/>
                <a:sym typeface="Brother"/>
              </a:rPr>
              <a:t>Titles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8012291" y="3928542"/>
            <a:ext cx="2549658" cy="48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3"/>
              </a:lnSpc>
            </a:pPr>
            <a:r>
              <a:rPr lang="en-US" sz="2910" spc="-197">
                <a:solidFill>
                  <a:srgbClr val="272626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Fonts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8012291" y="6758117"/>
            <a:ext cx="2549658" cy="48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3"/>
              </a:lnSpc>
            </a:pPr>
            <a:r>
              <a:rPr lang="en-US" sz="2910" spc="-197">
                <a:solidFill>
                  <a:srgbClr val="272626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Color palette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8822527" y="5534972"/>
            <a:ext cx="2549658" cy="59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</a:pPr>
            <a:r>
              <a:rPr lang="en-US" sz="3375" spc="-229">
                <a:solidFill>
                  <a:srgbClr val="272626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Body</a:t>
            </a:r>
          </a:p>
        </p:txBody>
      </p:sp>
      <p:sp>
        <p:nvSpPr>
          <p:cNvPr name="Freeform 88" id="88"/>
          <p:cNvSpPr/>
          <p:nvPr/>
        </p:nvSpPr>
        <p:spPr>
          <a:xfrm flipH="false" flipV="false" rot="0">
            <a:off x="12773502" y="-1635863"/>
            <a:ext cx="5424148" cy="4651207"/>
          </a:xfrm>
          <a:custGeom>
            <a:avLst/>
            <a:gdLst/>
            <a:ahLst/>
            <a:cxnLst/>
            <a:rect r="r" b="b" t="t" l="l"/>
            <a:pathLst>
              <a:path h="4651207" w="5424148">
                <a:moveTo>
                  <a:pt x="0" y="0"/>
                </a:moveTo>
                <a:lnTo>
                  <a:pt x="5424148" y="0"/>
                </a:lnTo>
                <a:lnTo>
                  <a:pt x="5424148" y="4651207"/>
                </a:lnTo>
                <a:lnTo>
                  <a:pt x="0" y="465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681362">
            <a:off x="10201665" y="-3052946"/>
            <a:ext cx="3167699" cy="4369239"/>
          </a:xfrm>
          <a:custGeom>
            <a:avLst/>
            <a:gdLst/>
            <a:ahLst/>
            <a:cxnLst/>
            <a:rect r="r" b="b" t="t" l="l"/>
            <a:pathLst>
              <a:path h="4369239" w="3167699">
                <a:moveTo>
                  <a:pt x="0" y="0"/>
                </a:moveTo>
                <a:lnTo>
                  <a:pt x="3167698" y="0"/>
                </a:lnTo>
                <a:lnTo>
                  <a:pt x="3167698" y="4369239"/>
                </a:lnTo>
                <a:lnTo>
                  <a:pt x="0" y="43692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15485576" y="3015344"/>
            <a:ext cx="3547448" cy="2953251"/>
          </a:xfrm>
          <a:custGeom>
            <a:avLst/>
            <a:gdLst/>
            <a:ahLst/>
            <a:cxnLst/>
            <a:rect r="r" b="b" t="t" l="l"/>
            <a:pathLst>
              <a:path h="2953251" w="3547448">
                <a:moveTo>
                  <a:pt x="0" y="0"/>
                </a:moveTo>
                <a:lnTo>
                  <a:pt x="3547448" y="0"/>
                </a:lnTo>
                <a:lnTo>
                  <a:pt x="3547448" y="2953251"/>
                </a:lnTo>
                <a:lnTo>
                  <a:pt x="0" y="29532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15010185" y="6865085"/>
            <a:ext cx="4022839" cy="3917240"/>
          </a:xfrm>
          <a:custGeom>
            <a:avLst/>
            <a:gdLst/>
            <a:ahLst/>
            <a:cxnLst/>
            <a:rect r="r" b="b" t="t" l="l"/>
            <a:pathLst>
              <a:path h="3917240" w="4022839">
                <a:moveTo>
                  <a:pt x="0" y="0"/>
                </a:moveTo>
                <a:lnTo>
                  <a:pt x="4022839" y="0"/>
                </a:lnTo>
                <a:lnTo>
                  <a:pt x="4022839" y="3917239"/>
                </a:lnTo>
                <a:lnTo>
                  <a:pt x="0" y="39172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DAHWlnB63JM</dc:identifier>
  <dcterms:modified xsi:type="dcterms:W3CDTF">2011-08-01T06:04:30Z</dcterms:modified>
  <cp:revision>1</cp:revision>
  <dc:title>Likes and Dislikes Food Presentation in Colorful Cute Style</dc:title>
</cp:coreProperties>
</file>