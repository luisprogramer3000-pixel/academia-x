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andy Casual" charset="1" panose="00000500000000000000"/>
      <p:regular r:id="rId17"/>
    </p:embeddedFont>
    <p:embeddedFont>
      <p:font typeface="Public Sans" charset="1" panose="00000000000000000000"/>
      <p:regular r:id="rId18"/>
    </p:embeddedFont>
    <p:embeddedFont>
      <p:font typeface="Public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2.png" Type="http://schemas.openxmlformats.org/officeDocument/2006/relationships/image"/><Relationship Id="rId18" Target="../media/image23.svg" Type="http://schemas.openxmlformats.org/officeDocument/2006/relationships/image"/><Relationship Id="rId19" Target="../media/image34.png" Type="http://schemas.openxmlformats.org/officeDocument/2006/relationships/image"/><Relationship Id="rId2" Target="../media/image1.jpeg" Type="http://schemas.openxmlformats.org/officeDocument/2006/relationships/image"/><Relationship Id="rId20" Target="../media/image35.svg" Type="http://schemas.openxmlformats.org/officeDocument/2006/relationships/image"/><Relationship Id="rId21" Target="../media/image16.png" Type="http://schemas.openxmlformats.org/officeDocument/2006/relationships/image"/><Relationship Id="rId22" Target="../media/image17.svg" Type="http://schemas.openxmlformats.org/officeDocument/2006/relationships/image"/><Relationship Id="rId23" Target="../media/image12.png" Type="http://schemas.openxmlformats.org/officeDocument/2006/relationships/image"/><Relationship Id="rId24" Target="../media/image13.svg" Type="http://schemas.openxmlformats.org/officeDocument/2006/relationships/image"/><Relationship Id="rId25" Target="../media/image36.png" Type="http://schemas.openxmlformats.org/officeDocument/2006/relationships/image"/><Relationship Id="rId26" Target="../media/image37.svg" Type="http://schemas.openxmlformats.org/officeDocument/2006/relationships/image"/><Relationship Id="rId27" Target="../media/image14.png" Type="http://schemas.openxmlformats.org/officeDocument/2006/relationships/image"/><Relationship Id="rId28" Target="../media/image15.svg" Type="http://schemas.openxmlformats.org/officeDocument/2006/relationships/image"/><Relationship Id="rId29" Target="../media/image20.png" Type="http://schemas.openxmlformats.org/officeDocument/2006/relationships/image"/><Relationship Id="rId3" Target="../media/image24.png" Type="http://schemas.openxmlformats.org/officeDocument/2006/relationships/image"/><Relationship Id="rId30" Target="../media/image21.svg" Type="http://schemas.openxmlformats.org/officeDocument/2006/relationships/image"/><Relationship Id="rId31" Target="../media/image38.png" Type="http://schemas.openxmlformats.org/officeDocument/2006/relationships/image"/><Relationship Id="rId32" Target="../media/image39.svg" Type="http://schemas.openxmlformats.org/officeDocument/2006/relationships/image"/><Relationship Id="rId33" Target="../media/image8.png" Type="http://schemas.openxmlformats.org/officeDocument/2006/relationships/image"/><Relationship Id="rId34" Target="../media/image9.svg" Type="http://schemas.openxmlformats.org/officeDocument/2006/relationships/image"/><Relationship Id="rId35" Target="../media/image40.png" Type="http://schemas.openxmlformats.org/officeDocument/2006/relationships/image"/><Relationship Id="rId36" Target="../media/image41.svg" Type="http://schemas.openxmlformats.org/officeDocument/2006/relationships/image"/><Relationship Id="rId37" Target="../media/image42.png" Type="http://schemas.openxmlformats.org/officeDocument/2006/relationships/image"/><Relationship Id="rId38" Target="../media/image43.svg" Type="http://schemas.openxmlformats.org/officeDocument/2006/relationships/image"/><Relationship Id="rId39" Target="../media/image44.png" Type="http://schemas.openxmlformats.org/officeDocument/2006/relationships/image"/><Relationship Id="rId4" Target="../media/image25.svg" Type="http://schemas.openxmlformats.org/officeDocument/2006/relationships/image"/><Relationship Id="rId40" Target="../media/image45.svg" Type="http://schemas.openxmlformats.org/officeDocument/2006/relationships/image"/><Relationship Id="rId41" Target="../media/image46.png" Type="http://schemas.openxmlformats.org/officeDocument/2006/relationships/image"/><Relationship Id="rId42" Target="../media/image47.svg" Type="http://schemas.openxmlformats.org/officeDocument/2006/relationships/image"/><Relationship Id="rId43" Target="../media/image48.png" Type="http://schemas.openxmlformats.org/officeDocument/2006/relationships/image"/><Relationship Id="rId44" Target="../media/image4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88474" y="2950363"/>
            <a:ext cx="5400655" cy="7025242"/>
          </a:xfrm>
          <a:custGeom>
            <a:avLst/>
            <a:gdLst/>
            <a:ahLst/>
            <a:cxnLst/>
            <a:rect r="r" b="b" t="t" l="l"/>
            <a:pathLst>
              <a:path h="7025242" w="5400655">
                <a:moveTo>
                  <a:pt x="0" y="0"/>
                </a:moveTo>
                <a:lnTo>
                  <a:pt x="5400655" y="0"/>
                </a:lnTo>
                <a:lnTo>
                  <a:pt x="5400655" y="7025242"/>
                </a:lnTo>
                <a:lnTo>
                  <a:pt x="0" y="7025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54755"/>
            <a:ext cx="13612077" cy="2862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74"/>
              </a:lnSpc>
              <a:spcBef>
                <a:spcPct val="0"/>
              </a:spcBef>
            </a:pPr>
            <a:r>
              <a:rPr lang="en-US" sz="1669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Was or Were?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40598"/>
            <a:ext cx="9254034" cy="60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  <a:spcBef>
                <a:spcPct val="0"/>
              </a:spcBef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 Simple Past Verb To Be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95462"/>
            <a:ext cx="15618266" cy="634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Hi, students!</a:t>
            </a:r>
          </a:p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Today we’re</a:t>
            </a: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going to learn how to talk about the past using the verb to be.</a:t>
            </a:r>
          </a:p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You already know how to say things like:</a:t>
            </a:r>
          </a:p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“I </a:t>
            </a:r>
            <a:r>
              <a:rPr lang="en-US" sz="3498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am</a:t>
            </a: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at school.”</a:t>
            </a:r>
          </a:p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“They </a:t>
            </a:r>
            <a:r>
              <a:rPr lang="en-US" sz="3498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are</a:t>
            </a: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my friends.”</a:t>
            </a:r>
          </a:p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But…</a:t>
            </a:r>
          </a:p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What if we want to talk about yesterday or last week?</a:t>
            </a:r>
          </a:p>
          <a:p>
            <a:pPr algn="l">
              <a:lnSpc>
                <a:spcPts val="6331"/>
              </a:lnSpc>
            </a:pPr>
            <a:r>
              <a:rPr lang="en-US" sz="3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That’s when we use the past tense: </a:t>
            </a:r>
            <a:r>
              <a:rPr lang="en-US" sz="3498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was and were.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3270747" y="4029211"/>
            <a:ext cx="3988553" cy="5833351"/>
          </a:xfrm>
          <a:custGeom>
            <a:avLst/>
            <a:gdLst/>
            <a:ahLst/>
            <a:cxnLst/>
            <a:rect r="r" b="b" t="t" l="l"/>
            <a:pathLst>
              <a:path h="5833351" w="3988553">
                <a:moveTo>
                  <a:pt x="3988553" y="0"/>
                </a:moveTo>
                <a:lnTo>
                  <a:pt x="0" y="0"/>
                </a:lnTo>
                <a:lnTo>
                  <a:pt x="0" y="5833351"/>
                </a:lnTo>
                <a:lnTo>
                  <a:pt x="3988553" y="5833351"/>
                </a:lnTo>
                <a:lnTo>
                  <a:pt x="39885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5965"/>
            <a:ext cx="16230600" cy="203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8"/>
              </a:lnSpc>
              <a:spcBef>
                <a:spcPct val="0"/>
              </a:spcBef>
            </a:pPr>
            <a:r>
              <a:rPr lang="en-US" sz="119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382393">
            <a:off x="4408656" y="1764808"/>
            <a:ext cx="1905870" cy="1305521"/>
          </a:xfrm>
          <a:custGeom>
            <a:avLst/>
            <a:gdLst/>
            <a:ahLst/>
            <a:cxnLst/>
            <a:rect r="r" b="b" t="t" l="l"/>
            <a:pathLst>
              <a:path h="1305521" w="1905870">
                <a:moveTo>
                  <a:pt x="0" y="0"/>
                </a:moveTo>
                <a:lnTo>
                  <a:pt x="1905870" y="0"/>
                </a:lnTo>
                <a:lnTo>
                  <a:pt x="1905870" y="1305521"/>
                </a:lnTo>
                <a:lnTo>
                  <a:pt x="0" y="1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6082" y="185684"/>
            <a:ext cx="8115300" cy="203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8"/>
              </a:lnSpc>
              <a:spcBef>
                <a:spcPct val="0"/>
              </a:spcBef>
            </a:pPr>
            <a:r>
              <a:rPr lang="en-US" sz="119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Verb To Be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82069" y="3023257"/>
            <a:ext cx="2820516" cy="141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0"/>
              </a:lnSpc>
              <a:spcBef>
                <a:spcPct val="0"/>
              </a:spcBef>
            </a:pPr>
            <a:r>
              <a:rPr lang="en-US" sz="823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Past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3978331">
            <a:off x="11998704" y="1728184"/>
            <a:ext cx="1905870" cy="1305521"/>
          </a:xfrm>
          <a:custGeom>
            <a:avLst/>
            <a:gdLst/>
            <a:ahLst/>
            <a:cxnLst/>
            <a:rect r="r" b="b" t="t" l="l"/>
            <a:pathLst>
              <a:path h="1305521" w="1905870">
                <a:moveTo>
                  <a:pt x="0" y="1305521"/>
                </a:moveTo>
                <a:lnTo>
                  <a:pt x="1905870" y="1305521"/>
                </a:lnTo>
                <a:lnTo>
                  <a:pt x="1905870" y="0"/>
                </a:lnTo>
                <a:lnTo>
                  <a:pt x="0" y="0"/>
                </a:lnTo>
                <a:lnTo>
                  <a:pt x="0" y="130552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56505" y="4792991"/>
            <a:ext cx="5714455" cy="4342986"/>
          </a:xfrm>
          <a:custGeom>
            <a:avLst/>
            <a:gdLst/>
            <a:ahLst/>
            <a:cxnLst/>
            <a:rect r="r" b="b" t="t" l="l"/>
            <a:pathLst>
              <a:path h="4342986" w="5714455">
                <a:moveTo>
                  <a:pt x="0" y="0"/>
                </a:moveTo>
                <a:lnTo>
                  <a:pt x="5714455" y="0"/>
                </a:lnTo>
                <a:lnTo>
                  <a:pt x="5714455" y="4342985"/>
                </a:lnTo>
                <a:lnTo>
                  <a:pt x="0" y="4342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16427" y="3112514"/>
            <a:ext cx="2940078" cy="141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0"/>
              </a:lnSpc>
              <a:spcBef>
                <a:spcPct val="0"/>
              </a:spcBef>
            </a:pPr>
            <a:r>
              <a:rPr lang="en-US" sz="823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Present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6427" y="5006494"/>
            <a:ext cx="115025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16427" y="6572965"/>
            <a:ext cx="115025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6427" y="8139435"/>
            <a:ext cx="115025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82069" y="5019675"/>
            <a:ext cx="115025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82069" y="6672142"/>
            <a:ext cx="115025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82360" y="3515866"/>
            <a:ext cx="574243" cy="5742434"/>
          </a:xfrm>
          <a:custGeom>
            <a:avLst/>
            <a:gdLst/>
            <a:ahLst/>
            <a:cxnLst/>
            <a:rect r="r" b="b" t="t" l="l"/>
            <a:pathLst>
              <a:path h="5742434" w="574243">
                <a:moveTo>
                  <a:pt x="0" y="0"/>
                </a:moveTo>
                <a:lnTo>
                  <a:pt x="574243" y="0"/>
                </a:lnTo>
                <a:lnTo>
                  <a:pt x="574243" y="5742434"/>
                </a:lnTo>
                <a:lnTo>
                  <a:pt x="0" y="574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950" y="3560588"/>
            <a:ext cx="574243" cy="5742434"/>
          </a:xfrm>
          <a:custGeom>
            <a:avLst/>
            <a:gdLst/>
            <a:ahLst/>
            <a:cxnLst/>
            <a:rect r="r" b="b" t="t" l="l"/>
            <a:pathLst>
              <a:path h="5742434" w="574243">
                <a:moveTo>
                  <a:pt x="0" y="0"/>
                </a:moveTo>
                <a:lnTo>
                  <a:pt x="574244" y="0"/>
                </a:lnTo>
                <a:lnTo>
                  <a:pt x="574244" y="5742434"/>
                </a:lnTo>
                <a:lnTo>
                  <a:pt x="0" y="574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01650" y="3336949"/>
            <a:ext cx="5385049" cy="6189712"/>
          </a:xfrm>
          <a:custGeom>
            <a:avLst/>
            <a:gdLst/>
            <a:ahLst/>
            <a:cxnLst/>
            <a:rect r="r" b="b" t="t" l="l"/>
            <a:pathLst>
              <a:path h="6189712" w="5385049">
                <a:moveTo>
                  <a:pt x="0" y="0"/>
                </a:moveTo>
                <a:lnTo>
                  <a:pt x="5385049" y="0"/>
                </a:lnTo>
                <a:lnTo>
                  <a:pt x="5385049" y="6189711"/>
                </a:lnTo>
                <a:lnTo>
                  <a:pt x="0" y="6189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0893" y="378655"/>
            <a:ext cx="14706215" cy="181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0"/>
              </a:lnSpc>
              <a:spcBef>
                <a:spcPct val="0"/>
              </a:spcBef>
            </a:pPr>
            <a:r>
              <a:rPr lang="en-US" sz="1062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Affirmative 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7538" y="3436763"/>
            <a:ext cx="925240" cy="100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77861" y="5705312"/>
            <a:ext cx="115025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25069" y="5750033"/>
            <a:ext cx="115025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87538" y="5019675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he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87538" y="6578028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she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87538" y="8136543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77836" y="4191681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7836" y="5750033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6687" y="7308549"/>
            <a:ext cx="1450263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6647" y="2758769"/>
            <a:ext cx="6886121" cy="1635543"/>
            <a:chOff x="0" y="0"/>
            <a:chExt cx="1813629" cy="430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3629" cy="430760"/>
            </a:xfrm>
            <a:custGeom>
              <a:avLst/>
              <a:gdLst/>
              <a:ahLst/>
              <a:cxnLst/>
              <a:rect r="r" b="b" t="t" l="l"/>
              <a:pathLst>
                <a:path h="430760" w="1813629">
                  <a:moveTo>
                    <a:pt x="0" y="0"/>
                  </a:moveTo>
                  <a:lnTo>
                    <a:pt x="1813629" y="0"/>
                  </a:lnTo>
                  <a:lnTo>
                    <a:pt x="1813629" y="430760"/>
                  </a:lnTo>
                  <a:lnTo>
                    <a:pt x="0" y="430760"/>
                  </a:lnTo>
                  <a:close/>
                </a:path>
              </a:pathLst>
            </a:custGeom>
            <a:solidFill>
              <a:srgbClr val="FFE16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13629" cy="468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45232" y="2758769"/>
            <a:ext cx="7059405" cy="1635543"/>
            <a:chOff x="0" y="0"/>
            <a:chExt cx="1859267" cy="430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9267" cy="430760"/>
            </a:xfrm>
            <a:custGeom>
              <a:avLst/>
              <a:gdLst/>
              <a:ahLst/>
              <a:cxnLst/>
              <a:rect r="r" b="b" t="t" l="l"/>
              <a:pathLst>
                <a:path h="430760" w="1859267">
                  <a:moveTo>
                    <a:pt x="0" y="0"/>
                  </a:moveTo>
                  <a:lnTo>
                    <a:pt x="1859267" y="0"/>
                  </a:lnTo>
                  <a:lnTo>
                    <a:pt x="1859267" y="430760"/>
                  </a:lnTo>
                  <a:lnTo>
                    <a:pt x="0" y="430760"/>
                  </a:lnTo>
                  <a:close/>
                </a:path>
              </a:pathLst>
            </a:custGeom>
            <a:solidFill>
              <a:srgbClr val="FFE16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59267" cy="468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38373" y="4963053"/>
            <a:ext cx="816169" cy="970171"/>
            <a:chOff x="0" y="0"/>
            <a:chExt cx="214958" cy="2555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958" cy="255518"/>
            </a:xfrm>
            <a:custGeom>
              <a:avLst/>
              <a:gdLst/>
              <a:ahLst/>
              <a:cxnLst/>
              <a:rect r="r" b="b" t="t" l="l"/>
              <a:pathLst>
                <a:path h="255518" w="214958">
                  <a:moveTo>
                    <a:pt x="0" y="0"/>
                  </a:moveTo>
                  <a:lnTo>
                    <a:pt x="214958" y="0"/>
                  </a:lnTo>
                  <a:lnTo>
                    <a:pt x="214958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4958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32630" y="4963053"/>
            <a:ext cx="1137468" cy="970171"/>
            <a:chOff x="0" y="0"/>
            <a:chExt cx="299580" cy="2555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9580" cy="255518"/>
            </a:xfrm>
            <a:custGeom>
              <a:avLst/>
              <a:gdLst/>
              <a:ahLst/>
              <a:cxnLst/>
              <a:rect r="r" b="b" t="t" l="l"/>
              <a:pathLst>
                <a:path h="255518" w="299580">
                  <a:moveTo>
                    <a:pt x="0" y="0"/>
                  </a:moveTo>
                  <a:lnTo>
                    <a:pt x="299580" y="0"/>
                  </a:lnTo>
                  <a:lnTo>
                    <a:pt x="29958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9958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40692" y="6636721"/>
            <a:ext cx="647065" cy="970171"/>
            <a:chOff x="0" y="0"/>
            <a:chExt cx="170420" cy="2555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420" cy="255518"/>
            </a:xfrm>
            <a:custGeom>
              <a:avLst/>
              <a:gdLst/>
              <a:ahLst/>
              <a:cxnLst/>
              <a:rect r="r" b="b" t="t" l="l"/>
              <a:pathLst>
                <a:path h="255518" w="170420">
                  <a:moveTo>
                    <a:pt x="0" y="0"/>
                  </a:moveTo>
                  <a:lnTo>
                    <a:pt x="170420" y="0"/>
                  </a:lnTo>
                  <a:lnTo>
                    <a:pt x="17042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042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52112" y="6679783"/>
            <a:ext cx="1137468" cy="970171"/>
            <a:chOff x="0" y="0"/>
            <a:chExt cx="299580" cy="2555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9580" cy="255518"/>
            </a:xfrm>
            <a:custGeom>
              <a:avLst/>
              <a:gdLst/>
              <a:ahLst/>
              <a:cxnLst/>
              <a:rect r="r" b="b" t="t" l="l"/>
              <a:pathLst>
                <a:path h="255518" w="299580">
                  <a:moveTo>
                    <a:pt x="0" y="0"/>
                  </a:moveTo>
                  <a:lnTo>
                    <a:pt x="299580" y="0"/>
                  </a:lnTo>
                  <a:lnTo>
                    <a:pt x="29958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9958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386930" y="8142096"/>
            <a:ext cx="926920" cy="970171"/>
            <a:chOff x="0" y="0"/>
            <a:chExt cx="244127" cy="2555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4127" cy="255518"/>
            </a:xfrm>
            <a:custGeom>
              <a:avLst/>
              <a:gdLst/>
              <a:ahLst/>
              <a:cxnLst/>
              <a:rect r="r" b="b" t="t" l="l"/>
              <a:pathLst>
                <a:path h="255518" w="244127">
                  <a:moveTo>
                    <a:pt x="0" y="0"/>
                  </a:moveTo>
                  <a:lnTo>
                    <a:pt x="244127" y="0"/>
                  </a:lnTo>
                  <a:lnTo>
                    <a:pt x="244127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44127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01940" y="8069505"/>
            <a:ext cx="1305380" cy="970171"/>
            <a:chOff x="0" y="0"/>
            <a:chExt cx="343804" cy="2555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3804" cy="255518"/>
            </a:xfrm>
            <a:custGeom>
              <a:avLst/>
              <a:gdLst/>
              <a:ahLst/>
              <a:cxnLst/>
              <a:rect r="r" b="b" t="t" l="l"/>
              <a:pathLst>
                <a:path h="255518" w="343804">
                  <a:moveTo>
                    <a:pt x="0" y="0"/>
                  </a:moveTo>
                  <a:lnTo>
                    <a:pt x="343804" y="0"/>
                  </a:lnTo>
                  <a:lnTo>
                    <a:pt x="343804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43804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47313" y="0"/>
            <a:ext cx="4414459" cy="4533462"/>
          </a:xfrm>
          <a:custGeom>
            <a:avLst/>
            <a:gdLst/>
            <a:ahLst/>
            <a:cxnLst/>
            <a:rect r="r" b="b" t="t" l="l"/>
            <a:pathLst>
              <a:path h="4533462" w="4414459">
                <a:moveTo>
                  <a:pt x="0" y="0"/>
                </a:moveTo>
                <a:lnTo>
                  <a:pt x="4414459" y="0"/>
                </a:lnTo>
                <a:lnTo>
                  <a:pt x="4414459" y="4533462"/>
                </a:lnTo>
                <a:lnTo>
                  <a:pt x="0" y="4533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086350" y="156611"/>
            <a:ext cx="8115300" cy="203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8"/>
              </a:lnSpc>
              <a:spcBef>
                <a:spcPct val="0"/>
              </a:spcBef>
            </a:pPr>
            <a:r>
              <a:rPr lang="en-US" sz="119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Examples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86930" y="2870256"/>
            <a:ext cx="5052271" cy="126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7"/>
              </a:lnSpc>
              <a:spcBef>
                <a:spcPct val="0"/>
              </a:spcBef>
            </a:pPr>
            <a:r>
              <a:rPr lang="en-US" sz="74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PRESENT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48799" y="2870256"/>
            <a:ext cx="5052271" cy="126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7"/>
              </a:lnSpc>
              <a:spcBef>
                <a:spcPct val="0"/>
              </a:spcBef>
            </a:pPr>
            <a:r>
              <a:rPr lang="en-US" sz="74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PAST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56647" y="4970574"/>
            <a:ext cx="7059405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 am at school now.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45232" y="4848753"/>
            <a:ext cx="7059405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 was at home this morning.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6647" y="6558716"/>
            <a:ext cx="7059405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My mum is 44 years old.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45232" y="6558716"/>
            <a:ext cx="7059405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My mum was 40 in 2020.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56647" y="8027796"/>
            <a:ext cx="7059405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 are in room 2B.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45232" y="8027796"/>
            <a:ext cx="7373271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 were in room 2C last year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3522" y="3515866"/>
            <a:ext cx="574243" cy="5742434"/>
          </a:xfrm>
          <a:custGeom>
            <a:avLst/>
            <a:gdLst/>
            <a:ahLst/>
            <a:cxnLst/>
            <a:rect r="r" b="b" t="t" l="l"/>
            <a:pathLst>
              <a:path h="5742434" w="574243">
                <a:moveTo>
                  <a:pt x="0" y="0"/>
                </a:moveTo>
                <a:lnTo>
                  <a:pt x="574243" y="0"/>
                </a:lnTo>
                <a:lnTo>
                  <a:pt x="574243" y="5742434"/>
                </a:lnTo>
                <a:lnTo>
                  <a:pt x="0" y="574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4756" y="3515866"/>
            <a:ext cx="574243" cy="5742434"/>
          </a:xfrm>
          <a:custGeom>
            <a:avLst/>
            <a:gdLst/>
            <a:ahLst/>
            <a:cxnLst/>
            <a:rect r="r" b="b" t="t" l="l"/>
            <a:pathLst>
              <a:path h="5742434" w="574243">
                <a:moveTo>
                  <a:pt x="0" y="0"/>
                </a:moveTo>
                <a:lnTo>
                  <a:pt x="574243" y="0"/>
                </a:lnTo>
                <a:lnTo>
                  <a:pt x="574243" y="5742434"/>
                </a:lnTo>
                <a:lnTo>
                  <a:pt x="0" y="574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04902" y="4148842"/>
            <a:ext cx="5406308" cy="5169782"/>
          </a:xfrm>
          <a:custGeom>
            <a:avLst/>
            <a:gdLst/>
            <a:ahLst/>
            <a:cxnLst/>
            <a:rect r="r" b="b" t="t" l="l"/>
            <a:pathLst>
              <a:path h="5169782" w="5406308">
                <a:moveTo>
                  <a:pt x="0" y="0"/>
                </a:moveTo>
                <a:lnTo>
                  <a:pt x="5406309" y="0"/>
                </a:lnTo>
                <a:lnTo>
                  <a:pt x="5406309" y="5169782"/>
                </a:lnTo>
                <a:lnTo>
                  <a:pt x="0" y="5169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40831" y="378655"/>
            <a:ext cx="15048213" cy="181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0"/>
              </a:lnSpc>
              <a:spcBef>
                <a:spcPct val="0"/>
              </a:spcBef>
            </a:pPr>
            <a:r>
              <a:rPr lang="en-US" sz="1062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Negative 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36763"/>
            <a:ext cx="925240" cy="100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19022" y="5640890"/>
            <a:ext cx="2675317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was not/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12874" y="5766106"/>
            <a:ext cx="2925328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were not/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19675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he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578028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she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136543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65641" y="4146959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65641" y="5705312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64493" y="7263828"/>
            <a:ext cx="1450263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they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9022" y="6484692"/>
            <a:ext cx="2075291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wasn’t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12874" y="6609908"/>
            <a:ext cx="2925328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weren´t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08914" y="3434198"/>
            <a:ext cx="1137468" cy="970171"/>
            <a:chOff x="0" y="0"/>
            <a:chExt cx="299580" cy="255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9580" cy="255518"/>
            </a:xfrm>
            <a:custGeom>
              <a:avLst/>
              <a:gdLst/>
              <a:ahLst/>
              <a:cxnLst/>
              <a:rect r="r" b="b" t="t" l="l"/>
              <a:pathLst>
                <a:path h="255518" w="299580">
                  <a:moveTo>
                    <a:pt x="0" y="0"/>
                  </a:moveTo>
                  <a:lnTo>
                    <a:pt x="299580" y="0"/>
                  </a:lnTo>
                  <a:lnTo>
                    <a:pt x="29958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958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99931" y="3434198"/>
            <a:ext cx="1698134" cy="970171"/>
            <a:chOff x="0" y="0"/>
            <a:chExt cx="447245" cy="2555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7245" cy="255518"/>
            </a:xfrm>
            <a:custGeom>
              <a:avLst/>
              <a:gdLst/>
              <a:ahLst/>
              <a:cxnLst/>
              <a:rect r="r" b="b" t="t" l="l"/>
              <a:pathLst>
                <a:path h="255518" w="447245">
                  <a:moveTo>
                    <a:pt x="0" y="0"/>
                  </a:moveTo>
                  <a:lnTo>
                    <a:pt x="447245" y="0"/>
                  </a:lnTo>
                  <a:lnTo>
                    <a:pt x="447245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47245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22898" y="5103983"/>
            <a:ext cx="1698134" cy="970171"/>
            <a:chOff x="0" y="0"/>
            <a:chExt cx="447245" cy="2555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7245" cy="255518"/>
            </a:xfrm>
            <a:custGeom>
              <a:avLst/>
              <a:gdLst/>
              <a:ahLst/>
              <a:cxnLst/>
              <a:rect r="r" b="b" t="t" l="l"/>
              <a:pathLst>
                <a:path h="255518" w="447245">
                  <a:moveTo>
                    <a:pt x="0" y="0"/>
                  </a:moveTo>
                  <a:lnTo>
                    <a:pt x="447245" y="0"/>
                  </a:lnTo>
                  <a:lnTo>
                    <a:pt x="447245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7245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23410" y="5067687"/>
            <a:ext cx="1137468" cy="970171"/>
            <a:chOff x="0" y="0"/>
            <a:chExt cx="299580" cy="2555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9580" cy="255518"/>
            </a:xfrm>
            <a:custGeom>
              <a:avLst/>
              <a:gdLst/>
              <a:ahLst/>
              <a:cxnLst/>
              <a:rect r="r" b="b" t="t" l="l"/>
              <a:pathLst>
                <a:path h="255518" w="299580">
                  <a:moveTo>
                    <a:pt x="0" y="0"/>
                  </a:moveTo>
                  <a:lnTo>
                    <a:pt x="299580" y="0"/>
                  </a:lnTo>
                  <a:lnTo>
                    <a:pt x="29958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9958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46937" y="6664881"/>
            <a:ext cx="1938420" cy="970171"/>
            <a:chOff x="0" y="0"/>
            <a:chExt cx="510530" cy="2555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0530" cy="255518"/>
            </a:xfrm>
            <a:custGeom>
              <a:avLst/>
              <a:gdLst/>
              <a:ahLst/>
              <a:cxnLst/>
              <a:rect r="r" b="b" t="t" l="l"/>
              <a:pathLst>
                <a:path h="255518" w="510530">
                  <a:moveTo>
                    <a:pt x="0" y="0"/>
                  </a:moveTo>
                  <a:lnTo>
                    <a:pt x="510530" y="0"/>
                  </a:lnTo>
                  <a:lnTo>
                    <a:pt x="51053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1053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05847" y="6628585"/>
            <a:ext cx="1217563" cy="970171"/>
            <a:chOff x="0" y="0"/>
            <a:chExt cx="320675" cy="2555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0675" cy="255518"/>
            </a:xfrm>
            <a:custGeom>
              <a:avLst/>
              <a:gdLst/>
              <a:ahLst/>
              <a:cxnLst/>
              <a:rect r="r" b="b" t="t" l="l"/>
              <a:pathLst>
                <a:path h="255518" w="320675">
                  <a:moveTo>
                    <a:pt x="0" y="0"/>
                  </a:moveTo>
                  <a:lnTo>
                    <a:pt x="320675" y="0"/>
                  </a:lnTo>
                  <a:lnTo>
                    <a:pt x="320675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20675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0">
            <a:off x="14202571" y="5268688"/>
            <a:ext cx="5117596" cy="4375544"/>
          </a:xfrm>
          <a:custGeom>
            <a:avLst/>
            <a:gdLst/>
            <a:ahLst/>
            <a:cxnLst/>
            <a:rect r="r" b="b" t="t" l="l"/>
            <a:pathLst>
              <a:path h="4375544" w="5117596">
                <a:moveTo>
                  <a:pt x="5117596" y="0"/>
                </a:moveTo>
                <a:lnTo>
                  <a:pt x="0" y="0"/>
                </a:lnTo>
                <a:lnTo>
                  <a:pt x="0" y="4375544"/>
                </a:lnTo>
                <a:lnTo>
                  <a:pt x="5117596" y="4375544"/>
                </a:lnTo>
                <a:lnTo>
                  <a:pt x="51175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14845" y="3392490"/>
            <a:ext cx="11645003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 was at home this morning. I wasn’t at school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86350" y="156611"/>
            <a:ext cx="8115300" cy="203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8"/>
              </a:lnSpc>
              <a:spcBef>
                <a:spcPct val="0"/>
              </a:spcBef>
            </a:pPr>
            <a:r>
              <a:rPr lang="en-US" sz="119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Examples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4845" y="4989683"/>
            <a:ext cx="11331599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My mum was 40 in 2020. She wasn’t 42.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845" y="6586877"/>
            <a:ext cx="14170171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 were in room 2C last year. We weren’t in room 2A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6970" y="3515866"/>
            <a:ext cx="574243" cy="5742434"/>
          </a:xfrm>
          <a:custGeom>
            <a:avLst/>
            <a:gdLst/>
            <a:ahLst/>
            <a:cxnLst/>
            <a:rect r="r" b="b" t="t" l="l"/>
            <a:pathLst>
              <a:path h="5742434" w="574243">
                <a:moveTo>
                  <a:pt x="0" y="0"/>
                </a:moveTo>
                <a:lnTo>
                  <a:pt x="574244" y="0"/>
                </a:lnTo>
                <a:lnTo>
                  <a:pt x="574244" y="5742434"/>
                </a:lnTo>
                <a:lnTo>
                  <a:pt x="0" y="574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7390" y="3540041"/>
            <a:ext cx="574243" cy="5742434"/>
          </a:xfrm>
          <a:custGeom>
            <a:avLst/>
            <a:gdLst/>
            <a:ahLst/>
            <a:cxnLst/>
            <a:rect r="r" b="b" t="t" l="l"/>
            <a:pathLst>
              <a:path h="5742434" w="574243">
                <a:moveTo>
                  <a:pt x="0" y="0"/>
                </a:moveTo>
                <a:lnTo>
                  <a:pt x="574243" y="0"/>
                </a:lnTo>
                <a:lnTo>
                  <a:pt x="574243" y="5742433"/>
                </a:lnTo>
                <a:lnTo>
                  <a:pt x="0" y="57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0244" y="3015201"/>
            <a:ext cx="4309059" cy="6267273"/>
          </a:xfrm>
          <a:custGeom>
            <a:avLst/>
            <a:gdLst/>
            <a:ahLst/>
            <a:cxnLst/>
            <a:rect r="r" b="b" t="t" l="l"/>
            <a:pathLst>
              <a:path h="6267273" w="4309059">
                <a:moveTo>
                  <a:pt x="0" y="0"/>
                </a:moveTo>
                <a:lnTo>
                  <a:pt x="4309059" y="0"/>
                </a:lnTo>
                <a:lnTo>
                  <a:pt x="4309059" y="6267273"/>
                </a:lnTo>
                <a:lnTo>
                  <a:pt x="0" y="62672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0329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78655"/>
            <a:ext cx="16230600" cy="181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0"/>
              </a:lnSpc>
              <a:spcBef>
                <a:spcPct val="0"/>
              </a:spcBef>
            </a:pPr>
            <a:r>
              <a:rPr lang="en-US" sz="1062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Interrogative 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67470" y="3416216"/>
            <a:ext cx="925240" cy="100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67470" y="4999128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67470" y="6557480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she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67470" y="8115996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39482" y="4313106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39482" y="5871459"/>
            <a:ext cx="925240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8333" y="7429974"/>
            <a:ext cx="1450263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they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0347" y="5826900"/>
            <a:ext cx="1476623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3217" y="6025858"/>
            <a:ext cx="1476623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50011" y="5851075"/>
            <a:ext cx="1476623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Were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12421" y="6050032"/>
            <a:ext cx="1476623" cy="9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8"/>
              </a:lnSpc>
              <a:spcBef>
                <a:spcPct val="0"/>
              </a:spcBef>
            </a:pPr>
            <a:r>
              <a:rPr lang="en-US" sz="579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34682" y="3149622"/>
            <a:ext cx="1827779" cy="970171"/>
            <a:chOff x="0" y="0"/>
            <a:chExt cx="481390" cy="255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390" cy="255518"/>
            </a:xfrm>
            <a:custGeom>
              <a:avLst/>
              <a:gdLst/>
              <a:ahLst/>
              <a:cxnLst/>
              <a:rect r="r" b="b" t="t" l="l"/>
              <a:pathLst>
                <a:path h="255518" w="481390">
                  <a:moveTo>
                    <a:pt x="0" y="0"/>
                  </a:moveTo>
                  <a:lnTo>
                    <a:pt x="481390" y="0"/>
                  </a:lnTo>
                  <a:lnTo>
                    <a:pt x="48139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39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83438" y="5003333"/>
            <a:ext cx="1137468" cy="970171"/>
            <a:chOff x="0" y="0"/>
            <a:chExt cx="299580" cy="2555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580" cy="255518"/>
            </a:xfrm>
            <a:custGeom>
              <a:avLst/>
              <a:gdLst/>
              <a:ahLst/>
              <a:cxnLst/>
              <a:rect r="r" b="b" t="t" l="l"/>
              <a:pathLst>
                <a:path h="255518" w="299580">
                  <a:moveTo>
                    <a:pt x="0" y="0"/>
                  </a:moveTo>
                  <a:lnTo>
                    <a:pt x="299580" y="0"/>
                  </a:lnTo>
                  <a:lnTo>
                    <a:pt x="299580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9580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94035" y="3185917"/>
            <a:ext cx="1557968" cy="970171"/>
            <a:chOff x="0" y="0"/>
            <a:chExt cx="410329" cy="2555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0329" cy="255518"/>
            </a:xfrm>
            <a:custGeom>
              <a:avLst/>
              <a:gdLst/>
              <a:ahLst/>
              <a:cxnLst/>
              <a:rect r="r" b="b" t="t" l="l"/>
              <a:pathLst>
                <a:path h="255518" w="410329">
                  <a:moveTo>
                    <a:pt x="0" y="0"/>
                  </a:moveTo>
                  <a:lnTo>
                    <a:pt x="410329" y="0"/>
                  </a:lnTo>
                  <a:lnTo>
                    <a:pt x="410329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0329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94035" y="4930742"/>
            <a:ext cx="1357730" cy="970171"/>
            <a:chOff x="0" y="0"/>
            <a:chExt cx="357591" cy="2555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7591" cy="255518"/>
            </a:xfrm>
            <a:custGeom>
              <a:avLst/>
              <a:gdLst/>
              <a:ahLst/>
              <a:cxnLst/>
              <a:rect r="r" b="b" t="t" l="l"/>
              <a:pathLst>
                <a:path h="255518" w="357591">
                  <a:moveTo>
                    <a:pt x="0" y="0"/>
                  </a:moveTo>
                  <a:lnTo>
                    <a:pt x="357591" y="0"/>
                  </a:lnTo>
                  <a:lnTo>
                    <a:pt x="357591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57591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894035" y="6486289"/>
            <a:ext cx="1557968" cy="970171"/>
            <a:chOff x="0" y="0"/>
            <a:chExt cx="410329" cy="2555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0329" cy="255518"/>
            </a:xfrm>
            <a:custGeom>
              <a:avLst/>
              <a:gdLst/>
              <a:ahLst/>
              <a:cxnLst/>
              <a:rect r="r" b="b" t="t" l="l"/>
              <a:pathLst>
                <a:path h="255518" w="410329">
                  <a:moveTo>
                    <a:pt x="0" y="0"/>
                  </a:moveTo>
                  <a:lnTo>
                    <a:pt x="410329" y="0"/>
                  </a:lnTo>
                  <a:lnTo>
                    <a:pt x="410329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10329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31195" y="6486289"/>
            <a:ext cx="2060508" cy="970171"/>
            <a:chOff x="0" y="0"/>
            <a:chExt cx="542685" cy="2555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2685" cy="255518"/>
            </a:xfrm>
            <a:custGeom>
              <a:avLst/>
              <a:gdLst/>
              <a:ahLst/>
              <a:cxnLst/>
              <a:rect r="r" b="b" t="t" l="l"/>
              <a:pathLst>
                <a:path h="255518" w="542685">
                  <a:moveTo>
                    <a:pt x="0" y="0"/>
                  </a:moveTo>
                  <a:lnTo>
                    <a:pt x="542685" y="0"/>
                  </a:lnTo>
                  <a:lnTo>
                    <a:pt x="542685" y="255518"/>
                  </a:lnTo>
                  <a:lnTo>
                    <a:pt x="0" y="255518"/>
                  </a:lnTo>
                  <a:close/>
                </a:path>
              </a:pathLst>
            </a:custGeom>
            <a:solidFill>
              <a:srgbClr val="FFE165">
                <a:alpha val="8274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42685" cy="293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26654" y="5900913"/>
            <a:ext cx="5478656" cy="4280200"/>
          </a:xfrm>
          <a:custGeom>
            <a:avLst/>
            <a:gdLst/>
            <a:ahLst/>
            <a:cxnLst/>
            <a:rect r="r" b="b" t="t" l="l"/>
            <a:pathLst>
              <a:path h="4280200" w="5478656">
                <a:moveTo>
                  <a:pt x="0" y="0"/>
                </a:moveTo>
                <a:lnTo>
                  <a:pt x="5478656" y="0"/>
                </a:lnTo>
                <a:lnTo>
                  <a:pt x="5478656" y="4280200"/>
                </a:lnTo>
                <a:lnTo>
                  <a:pt x="0" y="4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086350" y="156611"/>
            <a:ext cx="8115300" cy="203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8"/>
              </a:lnSpc>
              <a:spcBef>
                <a:spcPct val="0"/>
              </a:spcBef>
            </a:pPr>
            <a:r>
              <a:rPr lang="en-US" sz="1190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Examples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44391" y="3107913"/>
            <a:ext cx="11331599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Were you at home this morning? No, I wasn’t.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44391" y="4889033"/>
            <a:ext cx="13113719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Was Ms. Wilson your teacher last year? Yes, she was.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44391" y="6444580"/>
            <a:ext cx="14114909" cy="10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7"/>
              </a:lnSpc>
              <a:spcBef>
                <a:spcPct val="0"/>
              </a:spcBef>
            </a:pPr>
            <a:r>
              <a:rPr lang="en-US" sz="59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Were they at the party last Saturday? No, they weren’t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447"/>
            <a:ext cx="11980834" cy="875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42"/>
              </a:lnSpc>
            </a:pPr>
            <a:r>
              <a:rPr lang="en-US" sz="3202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Great Job!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814480" y="1503280"/>
            <a:ext cx="7444820" cy="7755020"/>
          </a:xfrm>
          <a:custGeom>
            <a:avLst/>
            <a:gdLst/>
            <a:ahLst/>
            <a:cxnLst/>
            <a:rect r="r" b="b" t="t" l="l"/>
            <a:pathLst>
              <a:path h="7755020" w="7444820">
                <a:moveTo>
                  <a:pt x="0" y="0"/>
                </a:moveTo>
                <a:lnTo>
                  <a:pt x="7444820" y="0"/>
                </a:lnTo>
                <a:lnTo>
                  <a:pt x="7444820" y="7755020"/>
                </a:lnTo>
                <a:lnTo>
                  <a:pt x="0" y="7755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5892" y="7489493"/>
            <a:ext cx="1698054" cy="1768807"/>
          </a:xfrm>
          <a:custGeom>
            <a:avLst/>
            <a:gdLst/>
            <a:ahLst/>
            <a:cxnLst/>
            <a:rect r="r" b="b" t="t" l="l"/>
            <a:pathLst>
              <a:path h="1768807" w="1698054">
                <a:moveTo>
                  <a:pt x="0" y="0"/>
                </a:moveTo>
                <a:lnTo>
                  <a:pt x="1698054" y="0"/>
                </a:lnTo>
                <a:lnTo>
                  <a:pt x="1698054" y="1768807"/>
                </a:lnTo>
                <a:lnTo>
                  <a:pt x="0" y="176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05526" y="7432442"/>
            <a:ext cx="1248430" cy="1825858"/>
          </a:xfrm>
          <a:custGeom>
            <a:avLst/>
            <a:gdLst/>
            <a:ahLst/>
            <a:cxnLst/>
            <a:rect r="r" b="b" t="t" l="l"/>
            <a:pathLst>
              <a:path h="1825858" w="1248430">
                <a:moveTo>
                  <a:pt x="0" y="0"/>
                </a:moveTo>
                <a:lnTo>
                  <a:pt x="1248430" y="0"/>
                </a:lnTo>
                <a:lnTo>
                  <a:pt x="1248430" y="1825858"/>
                </a:lnTo>
                <a:lnTo>
                  <a:pt x="0" y="1825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53956" y="7525022"/>
            <a:ext cx="1803150" cy="1733278"/>
          </a:xfrm>
          <a:custGeom>
            <a:avLst/>
            <a:gdLst/>
            <a:ahLst/>
            <a:cxnLst/>
            <a:rect r="r" b="b" t="t" l="l"/>
            <a:pathLst>
              <a:path h="1733278" w="1803150">
                <a:moveTo>
                  <a:pt x="0" y="0"/>
                </a:moveTo>
                <a:lnTo>
                  <a:pt x="1803150" y="0"/>
                </a:lnTo>
                <a:lnTo>
                  <a:pt x="1803150" y="1733278"/>
                </a:lnTo>
                <a:lnTo>
                  <a:pt x="0" y="17332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86224" y="7371482"/>
            <a:ext cx="1464642" cy="1886818"/>
          </a:xfrm>
          <a:custGeom>
            <a:avLst/>
            <a:gdLst/>
            <a:ahLst/>
            <a:cxnLst/>
            <a:rect r="r" b="b" t="t" l="l"/>
            <a:pathLst>
              <a:path h="1886818" w="1464642">
                <a:moveTo>
                  <a:pt x="0" y="0"/>
                </a:moveTo>
                <a:lnTo>
                  <a:pt x="1464642" y="0"/>
                </a:lnTo>
                <a:lnTo>
                  <a:pt x="1464642" y="1886818"/>
                </a:lnTo>
                <a:lnTo>
                  <a:pt x="0" y="1886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79983" y="7432442"/>
            <a:ext cx="2167191" cy="1825858"/>
          </a:xfrm>
          <a:custGeom>
            <a:avLst/>
            <a:gdLst/>
            <a:ahLst/>
            <a:cxnLst/>
            <a:rect r="r" b="b" t="t" l="l"/>
            <a:pathLst>
              <a:path h="1825858" w="2167191">
                <a:moveTo>
                  <a:pt x="0" y="0"/>
                </a:moveTo>
                <a:lnTo>
                  <a:pt x="2167191" y="0"/>
                </a:lnTo>
                <a:lnTo>
                  <a:pt x="2167191" y="1825858"/>
                </a:lnTo>
                <a:lnTo>
                  <a:pt x="0" y="18258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35483" y="7420617"/>
            <a:ext cx="1564328" cy="1837683"/>
          </a:xfrm>
          <a:custGeom>
            <a:avLst/>
            <a:gdLst/>
            <a:ahLst/>
            <a:cxnLst/>
            <a:rect r="r" b="b" t="t" l="l"/>
            <a:pathLst>
              <a:path h="1837683" w="1564328">
                <a:moveTo>
                  <a:pt x="0" y="0"/>
                </a:moveTo>
                <a:lnTo>
                  <a:pt x="1564328" y="0"/>
                </a:lnTo>
                <a:lnTo>
                  <a:pt x="1564328" y="1837683"/>
                </a:lnTo>
                <a:lnTo>
                  <a:pt x="0" y="18376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643" y="5437970"/>
            <a:ext cx="1920874" cy="1642347"/>
          </a:xfrm>
          <a:custGeom>
            <a:avLst/>
            <a:gdLst/>
            <a:ahLst/>
            <a:cxnLst/>
            <a:rect r="r" b="b" t="t" l="l"/>
            <a:pathLst>
              <a:path h="1642347" w="1920874">
                <a:moveTo>
                  <a:pt x="0" y="0"/>
                </a:moveTo>
                <a:lnTo>
                  <a:pt x="1920874" y="0"/>
                </a:lnTo>
                <a:lnTo>
                  <a:pt x="1920874" y="1642347"/>
                </a:lnTo>
                <a:lnTo>
                  <a:pt x="0" y="164234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74649" y="5162788"/>
            <a:ext cx="2454437" cy="1917529"/>
          </a:xfrm>
          <a:custGeom>
            <a:avLst/>
            <a:gdLst/>
            <a:ahLst/>
            <a:cxnLst/>
            <a:rect r="r" b="b" t="t" l="l"/>
            <a:pathLst>
              <a:path h="1917529" w="2454437">
                <a:moveTo>
                  <a:pt x="0" y="0"/>
                </a:moveTo>
                <a:lnTo>
                  <a:pt x="2454437" y="0"/>
                </a:lnTo>
                <a:lnTo>
                  <a:pt x="2454437" y="1917529"/>
                </a:lnTo>
                <a:lnTo>
                  <a:pt x="0" y="191752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29086" y="5225707"/>
            <a:ext cx="2408584" cy="1854610"/>
          </a:xfrm>
          <a:custGeom>
            <a:avLst/>
            <a:gdLst/>
            <a:ahLst/>
            <a:cxnLst/>
            <a:rect r="r" b="b" t="t" l="l"/>
            <a:pathLst>
              <a:path h="1854610" w="2408584">
                <a:moveTo>
                  <a:pt x="0" y="0"/>
                </a:moveTo>
                <a:lnTo>
                  <a:pt x="2408584" y="0"/>
                </a:lnTo>
                <a:lnTo>
                  <a:pt x="2408584" y="1854610"/>
                </a:lnTo>
                <a:lnTo>
                  <a:pt x="0" y="185461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91636" y="5321272"/>
            <a:ext cx="1839524" cy="1759045"/>
          </a:xfrm>
          <a:custGeom>
            <a:avLst/>
            <a:gdLst/>
            <a:ahLst/>
            <a:cxnLst/>
            <a:rect r="r" b="b" t="t" l="l"/>
            <a:pathLst>
              <a:path h="1759045" w="1839524">
                <a:moveTo>
                  <a:pt x="0" y="0"/>
                </a:moveTo>
                <a:lnTo>
                  <a:pt x="1839524" y="0"/>
                </a:lnTo>
                <a:lnTo>
                  <a:pt x="1839524" y="1759045"/>
                </a:lnTo>
                <a:lnTo>
                  <a:pt x="0" y="175904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99811" y="7432442"/>
            <a:ext cx="1587736" cy="1825858"/>
          </a:xfrm>
          <a:custGeom>
            <a:avLst/>
            <a:gdLst/>
            <a:ahLst/>
            <a:cxnLst/>
            <a:rect r="r" b="b" t="t" l="l"/>
            <a:pathLst>
              <a:path h="1825858" w="1587736">
                <a:moveTo>
                  <a:pt x="0" y="0"/>
                </a:moveTo>
                <a:lnTo>
                  <a:pt x="1587736" y="0"/>
                </a:lnTo>
                <a:lnTo>
                  <a:pt x="1587736" y="1825858"/>
                </a:lnTo>
                <a:lnTo>
                  <a:pt x="0" y="182585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31160" y="5377851"/>
            <a:ext cx="1916472" cy="1702466"/>
          </a:xfrm>
          <a:custGeom>
            <a:avLst/>
            <a:gdLst/>
            <a:ahLst/>
            <a:cxnLst/>
            <a:rect r="r" b="b" t="t" l="l"/>
            <a:pathLst>
              <a:path h="1702466" w="1916472">
                <a:moveTo>
                  <a:pt x="0" y="0"/>
                </a:moveTo>
                <a:lnTo>
                  <a:pt x="1916472" y="0"/>
                </a:lnTo>
                <a:lnTo>
                  <a:pt x="1916472" y="1702466"/>
                </a:lnTo>
                <a:lnTo>
                  <a:pt x="0" y="170246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2100508" y="4470222"/>
            <a:ext cx="2541580" cy="2610095"/>
          </a:xfrm>
          <a:custGeom>
            <a:avLst/>
            <a:gdLst/>
            <a:ahLst/>
            <a:cxnLst/>
            <a:rect r="r" b="b" t="t" l="l"/>
            <a:pathLst>
              <a:path h="2610095" w="2541580">
                <a:moveTo>
                  <a:pt x="2541581" y="0"/>
                </a:moveTo>
                <a:lnTo>
                  <a:pt x="0" y="0"/>
                </a:lnTo>
                <a:lnTo>
                  <a:pt x="0" y="2610095"/>
                </a:lnTo>
                <a:lnTo>
                  <a:pt x="2541581" y="2610095"/>
                </a:lnTo>
                <a:lnTo>
                  <a:pt x="2541581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16122" y="6756433"/>
            <a:ext cx="2585909" cy="2501867"/>
          </a:xfrm>
          <a:custGeom>
            <a:avLst/>
            <a:gdLst/>
            <a:ahLst/>
            <a:cxnLst/>
            <a:rect r="r" b="b" t="t" l="l"/>
            <a:pathLst>
              <a:path h="2501867" w="2585909">
                <a:moveTo>
                  <a:pt x="0" y="0"/>
                </a:moveTo>
                <a:lnTo>
                  <a:pt x="2585909" y="0"/>
                </a:lnTo>
                <a:lnTo>
                  <a:pt x="2585909" y="2501867"/>
                </a:lnTo>
                <a:lnTo>
                  <a:pt x="0" y="250186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75705" y="4470222"/>
            <a:ext cx="2052651" cy="2038112"/>
          </a:xfrm>
          <a:custGeom>
            <a:avLst/>
            <a:gdLst/>
            <a:ahLst/>
            <a:cxnLst/>
            <a:rect r="r" b="b" t="t" l="l"/>
            <a:pathLst>
              <a:path h="2038112" w="2052651">
                <a:moveTo>
                  <a:pt x="0" y="0"/>
                </a:moveTo>
                <a:lnTo>
                  <a:pt x="2052652" y="0"/>
                </a:lnTo>
                <a:lnTo>
                  <a:pt x="2052652" y="2038112"/>
                </a:lnTo>
                <a:lnTo>
                  <a:pt x="0" y="203811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80304" y="3204866"/>
            <a:ext cx="2549437" cy="1938634"/>
          </a:xfrm>
          <a:custGeom>
            <a:avLst/>
            <a:gdLst/>
            <a:ahLst/>
            <a:cxnLst/>
            <a:rect r="r" b="b" t="t" l="l"/>
            <a:pathLst>
              <a:path h="1938634" w="2549437">
                <a:moveTo>
                  <a:pt x="0" y="0"/>
                </a:moveTo>
                <a:lnTo>
                  <a:pt x="2549437" y="0"/>
                </a:lnTo>
                <a:lnTo>
                  <a:pt x="2549437" y="1938634"/>
                </a:lnTo>
                <a:lnTo>
                  <a:pt x="0" y="193863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20957" y="3060679"/>
            <a:ext cx="1708129" cy="1749684"/>
          </a:xfrm>
          <a:custGeom>
            <a:avLst/>
            <a:gdLst/>
            <a:ahLst/>
            <a:cxnLst/>
            <a:rect r="r" b="b" t="t" l="l"/>
            <a:pathLst>
              <a:path h="1749684" w="1708129">
                <a:moveTo>
                  <a:pt x="0" y="0"/>
                </a:moveTo>
                <a:lnTo>
                  <a:pt x="1708129" y="0"/>
                </a:lnTo>
                <a:lnTo>
                  <a:pt x="1708129" y="1749684"/>
                </a:lnTo>
                <a:lnTo>
                  <a:pt x="0" y="1749684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81141" y="2906821"/>
            <a:ext cx="1504474" cy="2057400"/>
          </a:xfrm>
          <a:custGeom>
            <a:avLst/>
            <a:gdLst/>
            <a:ahLst/>
            <a:cxnLst/>
            <a:rect r="r" b="b" t="t" l="l"/>
            <a:pathLst>
              <a:path h="2057400" w="1504474">
                <a:moveTo>
                  <a:pt x="0" y="0"/>
                </a:moveTo>
                <a:lnTo>
                  <a:pt x="1504474" y="0"/>
                </a:lnTo>
                <a:lnTo>
                  <a:pt x="15044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79983" y="2926109"/>
            <a:ext cx="2172055" cy="2038112"/>
          </a:xfrm>
          <a:custGeom>
            <a:avLst/>
            <a:gdLst/>
            <a:ahLst/>
            <a:cxnLst/>
            <a:rect r="r" b="b" t="t" l="l"/>
            <a:pathLst>
              <a:path h="2038112" w="2172055">
                <a:moveTo>
                  <a:pt x="0" y="0"/>
                </a:moveTo>
                <a:lnTo>
                  <a:pt x="2172056" y="0"/>
                </a:lnTo>
                <a:lnTo>
                  <a:pt x="2172056" y="2038112"/>
                </a:lnTo>
                <a:lnTo>
                  <a:pt x="0" y="2038112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79973" y="2906821"/>
            <a:ext cx="2736149" cy="2318886"/>
          </a:xfrm>
          <a:custGeom>
            <a:avLst/>
            <a:gdLst/>
            <a:ahLst/>
            <a:cxnLst/>
            <a:rect r="r" b="b" t="t" l="l"/>
            <a:pathLst>
              <a:path h="2318886" w="2736149">
                <a:moveTo>
                  <a:pt x="0" y="0"/>
                </a:moveTo>
                <a:lnTo>
                  <a:pt x="2736149" y="0"/>
                </a:lnTo>
                <a:lnTo>
                  <a:pt x="2736149" y="2318886"/>
                </a:lnTo>
                <a:lnTo>
                  <a:pt x="0" y="2318886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672027" y="2633751"/>
            <a:ext cx="2330004" cy="2176612"/>
          </a:xfrm>
          <a:custGeom>
            <a:avLst/>
            <a:gdLst/>
            <a:ahLst/>
            <a:cxnLst/>
            <a:rect r="r" b="b" t="t" l="l"/>
            <a:pathLst>
              <a:path h="2176612" w="2330004">
                <a:moveTo>
                  <a:pt x="0" y="0"/>
                </a:moveTo>
                <a:lnTo>
                  <a:pt x="2330004" y="0"/>
                </a:lnTo>
                <a:lnTo>
                  <a:pt x="2330004" y="2176612"/>
                </a:lnTo>
                <a:lnTo>
                  <a:pt x="0" y="217661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153583" y="1133475"/>
            <a:ext cx="11980834" cy="123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7"/>
              </a:lnSpc>
            </a:pPr>
            <a:r>
              <a:rPr lang="en-US" sz="87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Teacher resources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DAHWlskabe8</dc:identifier>
  <dcterms:modified xsi:type="dcterms:W3CDTF">2011-08-01T06:04:30Z</dcterms:modified>
  <cp:revision>1</cp:revision>
  <dc:title>Past Verb to be Presentation</dc:title>
</cp:coreProperties>
</file>