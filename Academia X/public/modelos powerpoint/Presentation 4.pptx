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orizon" charset="1" panose="02000500000000000000"/>
      <p:regular r:id="rId18"/>
    </p:embeddedFont>
    <p:embeddedFont>
      <p:font typeface="Garet" charset="1" panose="00000000000000000000"/>
      <p:regular r:id="rId19"/>
    </p:embeddedFont>
    <p:embeddedFont>
      <p:font typeface="Garet Bold" charset="1" panose="00000000000000000000"/>
      <p:regular r:id="rId20"/>
    </p:embeddedFont>
    <p:embeddedFont>
      <p:font typeface="Garet Italics" charset="1" panose="00000000000000000000"/>
      <p:regular r:id="rId21"/>
    </p:embeddedFont>
    <p:embeddedFont>
      <p:font typeface="Garet Bold Italic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1.png" Type="http://schemas.openxmlformats.org/officeDocument/2006/relationships/image"/><Relationship Id="rId20" Target="../media/image47.png" Type="http://schemas.openxmlformats.org/officeDocument/2006/relationships/image"/><Relationship Id="rId21" Target="../media/image48.svg" Type="http://schemas.openxmlformats.org/officeDocument/2006/relationships/image"/><Relationship Id="rId22" Target="../media/image49.png" Type="http://schemas.openxmlformats.org/officeDocument/2006/relationships/image"/><Relationship Id="rId23" Target="../media/image50.svg" Type="http://schemas.openxmlformats.org/officeDocument/2006/relationships/image"/><Relationship Id="rId24" Target="../media/image51.png" Type="http://schemas.openxmlformats.org/officeDocument/2006/relationships/image"/><Relationship Id="rId25" Target="../media/image52.svg" Type="http://schemas.openxmlformats.org/officeDocument/2006/relationships/image"/><Relationship Id="rId26" Target="../media/image53.png" Type="http://schemas.openxmlformats.org/officeDocument/2006/relationships/image"/><Relationship Id="rId27" Target="../media/image54.svg" Type="http://schemas.openxmlformats.org/officeDocument/2006/relationships/image"/><Relationship Id="rId28" Target="../media/image55.png" Type="http://schemas.openxmlformats.org/officeDocument/2006/relationships/image"/><Relationship Id="rId29" Target="../media/image56.svg" Type="http://schemas.openxmlformats.org/officeDocument/2006/relationships/image"/><Relationship Id="rId3" Target="../media/image2.svg" Type="http://schemas.openxmlformats.org/officeDocument/2006/relationships/image"/><Relationship Id="rId30" Target="../media/image15.png" Type="http://schemas.openxmlformats.org/officeDocument/2006/relationships/image"/><Relationship Id="rId31" Target="../media/image16.svg" Type="http://schemas.openxmlformats.org/officeDocument/2006/relationships/image"/><Relationship Id="rId32" Target="../media/image57.png" Type="http://schemas.openxmlformats.org/officeDocument/2006/relationships/image"/><Relationship Id="rId33" Target="../media/image58.svg" Type="http://schemas.openxmlformats.org/officeDocument/2006/relationships/image"/><Relationship Id="rId34" Target="../media/image59.png" Type="http://schemas.openxmlformats.org/officeDocument/2006/relationships/image"/><Relationship Id="rId35" Target="../media/image60.svg" Type="http://schemas.openxmlformats.org/officeDocument/2006/relationships/image"/><Relationship Id="rId36" Target="../media/image61.png" Type="http://schemas.openxmlformats.org/officeDocument/2006/relationships/image"/><Relationship Id="rId37" Target="../media/image62.svg" Type="http://schemas.openxmlformats.org/officeDocument/2006/relationships/image"/><Relationship Id="rId38" Target="../media/image63.png" Type="http://schemas.openxmlformats.org/officeDocument/2006/relationships/image"/><Relationship Id="rId39" Target="../media/image64.svg" Type="http://schemas.openxmlformats.org/officeDocument/2006/relationships/image"/><Relationship Id="rId4" Target="../media/image23.png" Type="http://schemas.openxmlformats.org/officeDocument/2006/relationships/image"/><Relationship Id="rId40" Target="../media/image65.png" Type="http://schemas.openxmlformats.org/officeDocument/2006/relationships/image"/><Relationship Id="rId41" Target="../media/image66.svg" Type="http://schemas.openxmlformats.org/officeDocument/2006/relationships/image"/><Relationship Id="rId42" Target="../media/image67.png" Type="http://schemas.openxmlformats.org/officeDocument/2006/relationships/image"/><Relationship Id="rId43" Target="../media/image68.svg" Type="http://schemas.openxmlformats.org/officeDocument/2006/relationships/image"/><Relationship Id="rId44" Target="../media/image69.png" Type="http://schemas.openxmlformats.org/officeDocument/2006/relationships/image"/><Relationship Id="rId45" Target="../media/image70.svg" Type="http://schemas.openxmlformats.org/officeDocument/2006/relationships/image"/><Relationship Id="rId46" Target="../media/image71.png" Type="http://schemas.openxmlformats.org/officeDocument/2006/relationships/image"/><Relationship Id="rId47" Target="../media/image72.svg" Type="http://schemas.openxmlformats.org/officeDocument/2006/relationships/image"/><Relationship Id="rId48" Target="../media/image73.png" Type="http://schemas.openxmlformats.org/officeDocument/2006/relationships/image"/><Relationship Id="rId49" Target="../media/image74.svg" Type="http://schemas.openxmlformats.org/officeDocument/2006/relationships/image"/><Relationship Id="rId5" Target="../media/image24.svg" Type="http://schemas.openxmlformats.org/officeDocument/2006/relationships/image"/><Relationship Id="rId50" Target="../media/image75.png" Type="http://schemas.openxmlformats.org/officeDocument/2006/relationships/image"/><Relationship Id="rId51" Target="../media/image76.svg" Type="http://schemas.openxmlformats.org/officeDocument/2006/relationships/image"/><Relationship Id="rId52" Target="../media/image77.png" Type="http://schemas.openxmlformats.org/officeDocument/2006/relationships/image"/><Relationship Id="rId53" Target="../media/image78.svg" Type="http://schemas.openxmlformats.org/officeDocument/2006/relationships/image"/><Relationship Id="rId54" Target="../media/image79.png" Type="http://schemas.openxmlformats.org/officeDocument/2006/relationships/image"/><Relationship Id="rId55" Target="../media/image80.svg" Type="http://schemas.openxmlformats.org/officeDocument/2006/relationships/image"/><Relationship Id="rId56" Target="../media/image81.png" Type="http://schemas.openxmlformats.org/officeDocument/2006/relationships/image"/><Relationship Id="rId57" Target="../media/image82.svg" Type="http://schemas.openxmlformats.org/officeDocument/2006/relationships/image"/><Relationship Id="rId58" Target="../media/image9.png" Type="http://schemas.openxmlformats.org/officeDocument/2006/relationships/image"/><Relationship Id="rId59" Target="../media/image10.svg" Type="http://schemas.openxmlformats.org/officeDocument/2006/relationships/image"/><Relationship Id="rId6" Target="../media/image33.png" Type="http://schemas.openxmlformats.org/officeDocument/2006/relationships/image"/><Relationship Id="rId60" Target="../media/image83.png" Type="http://schemas.openxmlformats.org/officeDocument/2006/relationships/image"/><Relationship Id="rId61" Target="../media/image84.svg" Type="http://schemas.openxmlformats.org/officeDocument/2006/relationships/image"/><Relationship Id="rId62" Target="../media/image85.png" Type="http://schemas.openxmlformats.org/officeDocument/2006/relationships/image"/><Relationship Id="rId63" Target="../media/image86.svg" Type="http://schemas.openxmlformats.org/officeDocument/2006/relationships/image"/><Relationship Id="rId64" Target="../media/image87.png" Type="http://schemas.openxmlformats.org/officeDocument/2006/relationships/image"/><Relationship Id="rId65" Target="../media/image88.svg" Type="http://schemas.openxmlformats.org/officeDocument/2006/relationships/image"/><Relationship Id="rId66" Target="../media/image89.png" Type="http://schemas.openxmlformats.org/officeDocument/2006/relationships/image"/><Relationship Id="rId67" Target="../media/image90.svg" Type="http://schemas.openxmlformats.org/officeDocument/2006/relationships/image"/><Relationship Id="rId68" Target="../media/image27.png" Type="http://schemas.openxmlformats.org/officeDocument/2006/relationships/image"/><Relationship Id="rId69" Target="../media/image28.svg" Type="http://schemas.openxmlformats.org/officeDocument/2006/relationships/image"/><Relationship Id="rId7" Target="../media/image34.svg" Type="http://schemas.openxmlformats.org/officeDocument/2006/relationships/image"/><Relationship Id="rId70" Target="../media/image91.png" Type="http://schemas.openxmlformats.org/officeDocument/2006/relationships/image"/><Relationship Id="rId71" Target="../media/image92.svg" Type="http://schemas.openxmlformats.org/officeDocument/2006/relationships/image"/><Relationship Id="rId72" Target="../media/image93.png" Type="http://schemas.openxmlformats.org/officeDocument/2006/relationships/image"/><Relationship Id="rId73" Target="../media/image94.svg" Type="http://schemas.openxmlformats.org/officeDocument/2006/relationships/image"/><Relationship Id="rId74" Target="../media/image95.png" Type="http://schemas.openxmlformats.org/officeDocument/2006/relationships/image"/><Relationship Id="rId75" Target="../media/image96.svg" Type="http://schemas.openxmlformats.org/officeDocument/2006/relationships/image"/><Relationship Id="rId76" Target="../media/image97.png" Type="http://schemas.openxmlformats.org/officeDocument/2006/relationships/image"/><Relationship Id="rId77" Target="../media/image98.svg" Type="http://schemas.openxmlformats.org/officeDocument/2006/relationships/image"/><Relationship Id="rId78" Target="../media/image99.png" Type="http://schemas.openxmlformats.org/officeDocument/2006/relationships/image"/><Relationship Id="rId79" Target="../media/image100.svg" Type="http://schemas.openxmlformats.org/officeDocument/2006/relationships/image"/><Relationship Id="rId8" Target="../media/image35.png" Type="http://schemas.openxmlformats.org/officeDocument/2006/relationships/image"/><Relationship Id="rId80" Target="../media/image101.png" Type="http://schemas.openxmlformats.org/officeDocument/2006/relationships/image"/><Relationship Id="rId81" Target="../media/image102.svg" Type="http://schemas.openxmlformats.org/officeDocument/2006/relationships/image"/><Relationship Id="rId82" Target="../media/image103.png" Type="http://schemas.openxmlformats.org/officeDocument/2006/relationships/image"/><Relationship Id="rId83" Target="../media/image104.sv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7699" y="733252"/>
            <a:ext cx="16221601" cy="8820495"/>
          </a:xfrm>
          <a:custGeom>
            <a:avLst/>
            <a:gdLst/>
            <a:ahLst/>
            <a:cxnLst/>
            <a:rect r="r" b="b" t="t" l="l"/>
            <a:pathLst>
              <a:path h="8820495" w="16221601">
                <a:moveTo>
                  <a:pt x="0" y="0"/>
                </a:moveTo>
                <a:lnTo>
                  <a:pt x="16221601" y="0"/>
                </a:lnTo>
                <a:lnTo>
                  <a:pt x="16221601" y="8820496"/>
                </a:lnTo>
                <a:lnTo>
                  <a:pt x="0" y="8820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58642" y="2604689"/>
            <a:ext cx="8366029" cy="91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4993">
                <a:solidFill>
                  <a:srgbClr val="CC5A27"/>
                </a:solidFill>
                <a:latin typeface="Horizon"/>
                <a:ea typeface="Horizon"/>
                <a:cs typeface="Horizon"/>
                <a:sym typeface="Horizon"/>
              </a:rPr>
              <a:t>a2 grammar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58642" y="3738336"/>
            <a:ext cx="8614062" cy="297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01"/>
              </a:lnSpc>
            </a:pPr>
            <a:r>
              <a:rPr lang="en-US" sz="11238">
                <a:solidFill>
                  <a:srgbClr val="4B2012"/>
                </a:solidFill>
                <a:latin typeface="Horizon"/>
                <a:ea typeface="Horizon"/>
                <a:cs typeface="Horizon"/>
                <a:sym typeface="Horizon"/>
              </a:rPr>
              <a:t>past simple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58642" y="7034832"/>
            <a:ext cx="8399090" cy="738535"/>
            <a:chOff x="0" y="0"/>
            <a:chExt cx="11198786" cy="98471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198786" cy="984713"/>
              <a:chOff x="0" y="0"/>
              <a:chExt cx="2284354" cy="2008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4355" cy="200864"/>
              </a:xfrm>
              <a:custGeom>
                <a:avLst/>
                <a:gdLst/>
                <a:ahLst/>
                <a:cxnLst/>
                <a:rect r="r" b="b" t="t" l="l"/>
                <a:pathLst>
                  <a:path h="200864" w="2284355">
                    <a:moveTo>
                      <a:pt x="33919" y="0"/>
                    </a:moveTo>
                    <a:lnTo>
                      <a:pt x="2250436" y="0"/>
                    </a:lnTo>
                    <a:cubicBezTo>
                      <a:pt x="2259431" y="0"/>
                      <a:pt x="2268059" y="3574"/>
                      <a:pt x="2274420" y="9935"/>
                    </a:cubicBezTo>
                    <a:cubicBezTo>
                      <a:pt x="2280781" y="16296"/>
                      <a:pt x="2284355" y="24923"/>
                      <a:pt x="2284355" y="33919"/>
                    </a:cubicBezTo>
                    <a:lnTo>
                      <a:pt x="2284355" y="166945"/>
                    </a:lnTo>
                    <a:cubicBezTo>
                      <a:pt x="2284355" y="175941"/>
                      <a:pt x="2280781" y="184568"/>
                      <a:pt x="2274420" y="190929"/>
                    </a:cubicBezTo>
                    <a:cubicBezTo>
                      <a:pt x="2268059" y="197290"/>
                      <a:pt x="2259431" y="200864"/>
                      <a:pt x="2250436" y="200864"/>
                    </a:cubicBezTo>
                    <a:lnTo>
                      <a:pt x="33919" y="200864"/>
                    </a:lnTo>
                    <a:cubicBezTo>
                      <a:pt x="24923" y="200864"/>
                      <a:pt x="16296" y="197290"/>
                      <a:pt x="9935" y="190929"/>
                    </a:cubicBezTo>
                    <a:cubicBezTo>
                      <a:pt x="3574" y="184568"/>
                      <a:pt x="0" y="175941"/>
                      <a:pt x="0" y="166945"/>
                    </a:cubicBezTo>
                    <a:lnTo>
                      <a:pt x="0" y="33919"/>
                    </a:lnTo>
                    <a:cubicBezTo>
                      <a:pt x="0" y="24923"/>
                      <a:pt x="3574" y="16296"/>
                      <a:pt x="9935" y="9935"/>
                    </a:cubicBezTo>
                    <a:cubicBezTo>
                      <a:pt x="16296" y="3574"/>
                      <a:pt x="24923" y="0"/>
                      <a:pt x="33919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2284354" cy="229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23929" y="5410"/>
              <a:ext cx="10350929" cy="8976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95"/>
                </a:lnSpc>
                <a:spcBef>
                  <a:spcPct val="0"/>
                </a:spcBef>
              </a:pPr>
              <a:r>
                <a:rPr lang="en-US" sz="4068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Talking about your holidays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80752" y="1028700"/>
            <a:ext cx="8508291" cy="11846987"/>
          </a:xfrm>
          <a:custGeom>
            <a:avLst/>
            <a:gdLst/>
            <a:ahLst/>
            <a:cxnLst/>
            <a:rect r="r" b="b" t="t" l="l"/>
            <a:pathLst>
              <a:path h="11846987" w="8508291">
                <a:moveTo>
                  <a:pt x="0" y="0"/>
                </a:moveTo>
                <a:lnTo>
                  <a:pt x="8508290" y="0"/>
                </a:lnTo>
                <a:lnTo>
                  <a:pt x="8508290" y="11846987"/>
                </a:lnTo>
                <a:lnTo>
                  <a:pt x="0" y="118469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7699" y="733252"/>
            <a:ext cx="16221601" cy="8820495"/>
          </a:xfrm>
          <a:custGeom>
            <a:avLst/>
            <a:gdLst/>
            <a:ahLst/>
            <a:cxnLst/>
            <a:rect r="r" b="b" t="t" l="l"/>
            <a:pathLst>
              <a:path h="8820495" w="16221601">
                <a:moveTo>
                  <a:pt x="0" y="0"/>
                </a:moveTo>
                <a:lnTo>
                  <a:pt x="16221601" y="0"/>
                </a:lnTo>
                <a:lnTo>
                  <a:pt x="16221601" y="8820496"/>
                </a:lnTo>
                <a:lnTo>
                  <a:pt x="0" y="8820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7639" y="5143500"/>
            <a:ext cx="4532233" cy="6310704"/>
          </a:xfrm>
          <a:custGeom>
            <a:avLst/>
            <a:gdLst/>
            <a:ahLst/>
            <a:cxnLst/>
            <a:rect r="r" b="b" t="t" l="l"/>
            <a:pathLst>
              <a:path h="6310704" w="4532233">
                <a:moveTo>
                  <a:pt x="0" y="0"/>
                </a:moveTo>
                <a:lnTo>
                  <a:pt x="4532233" y="0"/>
                </a:lnTo>
                <a:lnTo>
                  <a:pt x="4532233" y="6310704"/>
                </a:lnTo>
                <a:lnTo>
                  <a:pt x="0" y="6310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14944" y="4136497"/>
            <a:ext cx="9086113" cy="41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  <a:spcBef>
                <a:spcPct val="0"/>
              </a:spcBef>
            </a:pPr>
            <a:r>
              <a:rPr lang="en-US" b="true" sz="27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By</a:t>
            </a:r>
            <a:r>
              <a:rPr lang="en-US" b="true" sz="27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 the end of this lesson, students will be able to: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4944" y="5115673"/>
            <a:ext cx="11142860" cy="40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207" indent="-286104" lvl="1">
              <a:lnSpc>
                <a:spcPts val="3233"/>
              </a:lnSpc>
              <a:buFont typeface="Arial"/>
              <a:buChar char="•"/>
            </a:pP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Use</a:t>
            </a: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the 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Past Simple </a:t>
            </a: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to talk about past 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holiday experiences.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14944" y="5756240"/>
            <a:ext cx="11142860" cy="40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207" indent="-286104" lvl="1">
              <a:lnSpc>
                <a:spcPts val="3233"/>
              </a:lnSpc>
              <a:buFont typeface="Arial"/>
              <a:buChar char="•"/>
            </a:pP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Id</a:t>
            </a: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entify and apply 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spelling rules</a:t>
            </a: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for 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regular verbs.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14944" y="6396808"/>
            <a:ext cx="11142860" cy="40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207" indent="-286104" lvl="1">
              <a:lnSpc>
                <a:spcPts val="3233"/>
              </a:lnSpc>
              <a:buFont typeface="Arial"/>
              <a:buChar char="•"/>
            </a:pP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Recogniz</a:t>
            </a: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e and use common 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irregular verbs.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4944" y="7037376"/>
            <a:ext cx="11142860" cy="40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207" indent="-286104" lvl="1">
              <a:lnSpc>
                <a:spcPts val="3233"/>
              </a:lnSpc>
              <a:buFont typeface="Arial"/>
              <a:buChar char="•"/>
            </a:pP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Answ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er and ask </a:t>
            </a:r>
            <a:r>
              <a:rPr lang="en-US" sz="265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questions about </a:t>
            </a:r>
            <a:r>
              <a:rPr lang="en-US" b="true" sz="265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past trips.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88525" y="1928698"/>
            <a:ext cx="7519950" cy="79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4"/>
              </a:lnSpc>
            </a:pPr>
            <a:r>
              <a:rPr lang="en-US" sz="5612">
                <a:solidFill>
                  <a:srgbClr val="4B2012"/>
                </a:solidFill>
                <a:latin typeface="Horizon"/>
                <a:ea typeface="Horizon"/>
                <a:cs typeface="Horizon"/>
                <a:sym typeface="Horizon"/>
              </a:rPr>
              <a:t>past simple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02760" y="2719980"/>
            <a:ext cx="7291480" cy="540217"/>
            <a:chOff x="0" y="0"/>
            <a:chExt cx="9721973" cy="72029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721973" cy="720290"/>
              <a:chOff x="0" y="0"/>
              <a:chExt cx="2711124" cy="20086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11124" cy="200864"/>
              </a:xfrm>
              <a:custGeom>
                <a:avLst/>
                <a:gdLst/>
                <a:ahLst/>
                <a:cxnLst/>
                <a:rect r="r" b="b" t="t" l="l"/>
                <a:pathLst>
                  <a:path h="200864" w="2711124">
                    <a:moveTo>
                      <a:pt x="28580" y="0"/>
                    </a:moveTo>
                    <a:lnTo>
                      <a:pt x="2682545" y="0"/>
                    </a:lnTo>
                    <a:cubicBezTo>
                      <a:pt x="2698329" y="0"/>
                      <a:pt x="2711124" y="12796"/>
                      <a:pt x="2711124" y="28580"/>
                    </a:cubicBezTo>
                    <a:lnTo>
                      <a:pt x="2711124" y="172284"/>
                    </a:lnTo>
                    <a:cubicBezTo>
                      <a:pt x="2711124" y="179864"/>
                      <a:pt x="2708113" y="187134"/>
                      <a:pt x="2702754" y="192493"/>
                    </a:cubicBezTo>
                    <a:cubicBezTo>
                      <a:pt x="2697394" y="197853"/>
                      <a:pt x="2690125" y="200864"/>
                      <a:pt x="2682545" y="200864"/>
                    </a:cubicBezTo>
                    <a:lnTo>
                      <a:pt x="28580" y="200864"/>
                    </a:lnTo>
                    <a:cubicBezTo>
                      <a:pt x="21000" y="200864"/>
                      <a:pt x="13730" y="197853"/>
                      <a:pt x="8371" y="192493"/>
                    </a:cubicBezTo>
                    <a:cubicBezTo>
                      <a:pt x="3011" y="187134"/>
                      <a:pt x="0" y="179864"/>
                      <a:pt x="0" y="172284"/>
                    </a:cubicBezTo>
                    <a:lnTo>
                      <a:pt x="0" y="28580"/>
                    </a:lnTo>
                    <a:cubicBezTo>
                      <a:pt x="0" y="21000"/>
                      <a:pt x="3011" y="13730"/>
                      <a:pt x="8371" y="8371"/>
                    </a:cubicBezTo>
                    <a:cubicBezTo>
                      <a:pt x="13730" y="3011"/>
                      <a:pt x="21000" y="0"/>
                      <a:pt x="28580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711124" cy="229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68024" y="2545"/>
              <a:ext cx="8985925" cy="65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66"/>
                </a:lnSpc>
                <a:spcBef>
                  <a:spcPct val="0"/>
                </a:spcBef>
              </a:pPr>
              <a:r>
                <a:rPr lang="en-US" sz="2975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Talking about your holidays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8172" y="1487447"/>
            <a:ext cx="11571657" cy="2892914"/>
          </a:xfrm>
          <a:custGeom>
            <a:avLst/>
            <a:gdLst/>
            <a:ahLst/>
            <a:cxnLst/>
            <a:rect r="r" b="b" t="t" l="l"/>
            <a:pathLst>
              <a:path h="2892914" w="11571657">
                <a:moveTo>
                  <a:pt x="0" y="0"/>
                </a:moveTo>
                <a:lnTo>
                  <a:pt x="11571656" y="0"/>
                </a:lnTo>
                <a:lnTo>
                  <a:pt x="11571656" y="2892915"/>
                </a:lnTo>
                <a:lnTo>
                  <a:pt x="0" y="2892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94350" y="2457370"/>
            <a:ext cx="10299299" cy="91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27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We use the past simple to talk about </a:t>
            </a:r>
            <a:r>
              <a:rPr lang="en-US" b="true" sz="2760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things that happened before now.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388979" y="1990836"/>
            <a:ext cx="6656563" cy="8494454"/>
          </a:xfrm>
          <a:custGeom>
            <a:avLst/>
            <a:gdLst/>
            <a:ahLst/>
            <a:cxnLst/>
            <a:rect r="r" b="b" t="t" l="l"/>
            <a:pathLst>
              <a:path h="8494454" w="6656563">
                <a:moveTo>
                  <a:pt x="6656563" y="0"/>
                </a:moveTo>
                <a:lnTo>
                  <a:pt x="0" y="0"/>
                </a:lnTo>
                <a:lnTo>
                  <a:pt x="0" y="8494455"/>
                </a:lnTo>
                <a:lnTo>
                  <a:pt x="6656563" y="8494455"/>
                </a:lnTo>
                <a:lnTo>
                  <a:pt x="665656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336990" y="1150657"/>
            <a:ext cx="7614019" cy="673581"/>
            <a:chOff x="0" y="0"/>
            <a:chExt cx="10152025" cy="89810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152025" cy="898107"/>
              <a:chOff x="0" y="0"/>
              <a:chExt cx="2382834" cy="21079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82834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2382834">
                    <a:moveTo>
                      <a:pt x="32517" y="0"/>
                    </a:moveTo>
                    <a:lnTo>
                      <a:pt x="2350317" y="0"/>
                    </a:lnTo>
                    <a:cubicBezTo>
                      <a:pt x="2368276" y="0"/>
                      <a:pt x="2382834" y="14558"/>
                      <a:pt x="2382834" y="32517"/>
                    </a:cubicBezTo>
                    <a:lnTo>
                      <a:pt x="2382834" y="178282"/>
                    </a:lnTo>
                    <a:cubicBezTo>
                      <a:pt x="2382834" y="196241"/>
                      <a:pt x="2368276" y="210799"/>
                      <a:pt x="2350317" y="210799"/>
                    </a:cubicBezTo>
                    <a:lnTo>
                      <a:pt x="32517" y="210799"/>
                    </a:lnTo>
                    <a:cubicBezTo>
                      <a:pt x="23893" y="210799"/>
                      <a:pt x="15622" y="207374"/>
                      <a:pt x="9524" y="201275"/>
                    </a:cubicBezTo>
                    <a:cubicBezTo>
                      <a:pt x="3426" y="195177"/>
                      <a:pt x="0" y="186906"/>
                      <a:pt x="0" y="178282"/>
                    </a:cubicBezTo>
                    <a:lnTo>
                      <a:pt x="0" y="32517"/>
                    </a:lnTo>
                    <a:cubicBezTo>
                      <a:pt x="0" y="14558"/>
                      <a:pt x="14558" y="0"/>
                      <a:pt x="32517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2382834" cy="239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4304" y="4249"/>
              <a:ext cx="9383418" cy="82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74"/>
                </a:lnSpc>
                <a:spcBef>
                  <a:spcPct val="0"/>
                </a:spcBef>
              </a:pPr>
              <a:r>
                <a:rPr lang="en-US" sz="3767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When do we use it?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45399" y="5037587"/>
            <a:ext cx="5707991" cy="1066422"/>
            <a:chOff x="0" y="0"/>
            <a:chExt cx="7610655" cy="1421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10655" cy="1421896"/>
            </a:xfrm>
            <a:custGeom>
              <a:avLst/>
              <a:gdLst/>
              <a:ahLst/>
              <a:cxnLst/>
              <a:rect r="r" b="b" t="t" l="l"/>
              <a:pathLst>
                <a:path h="1421896" w="7610655">
                  <a:moveTo>
                    <a:pt x="0" y="0"/>
                  </a:moveTo>
                  <a:lnTo>
                    <a:pt x="7610655" y="0"/>
                  </a:lnTo>
                  <a:lnTo>
                    <a:pt x="7610655" y="1421896"/>
                  </a:lnTo>
                  <a:lnTo>
                    <a:pt x="0" y="1421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36308" r="0" b="-363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81304" y="416120"/>
              <a:ext cx="7048047" cy="551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5"/>
                </a:lnSpc>
              </a:pP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“I </a:t>
              </a:r>
              <a:r>
                <a:rPr lang="en-US" b="true" sz="2593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visited </a:t>
              </a: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Spain last summer”.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45399" y="6317914"/>
            <a:ext cx="5707991" cy="1073368"/>
            <a:chOff x="0" y="0"/>
            <a:chExt cx="7610655" cy="1431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10655" cy="1431157"/>
            </a:xfrm>
            <a:custGeom>
              <a:avLst/>
              <a:gdLst/>
              <a:ahLst/>
              <a:cxnLst/>
              <a:rect r="r" b="b" t="t" l="l"/>
              <a:pathLst>
                <a:path h="1431157" w="7610655">
                  <a:moveTo>
                    <a:pt x="0" y="0"/>
                  </a:moveTo>
                  <a:lnTo>
                    <a:pt x="7610655" y="0"/>
                  </a:lnTo>
                  <a:lnTo>
                    <a:pt x="7610655" y="1431157"/>
                  </a:lnTo>
                  <a:lnTo>
                    <a:pt x="0" y="1431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35750" r="0" b="-357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81304" y="416120"/>
              <a:ext cx="7048047" cy="560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5"/>
                </a:lnSpc>
              </a:pP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“I </a:t>
              </a:r>
              <a:r>
                <a:rPr lang="en-US" b="true" sz="2593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went </a:t>
              </a: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there </a:t>
              </a: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by tr</a:t>
              </a: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ain”.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45399" y="7598241"/>
            <a:ext cx="5707991" cy="1066422"/>
            <a:chOff x="0" y="0"/>
            <a:chExt cx="7610655" cy="1421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10655" cy="1421896"/>
            </a:xfrm>
            <a:custGeom>
              <a:avLst/>
              <a:gdLst/>
              <a:ahLst/>
              <a:cxnLst/>
              <a:rect r="r" b="b" t="t" l="l"/>
              <a:pathLst>
                <a:path h="1421896" w="7610655">
                  <a:moveTo>
                    <a:pt x="0" y="0"/>
                  </a:moveTo>
                  <a:lnTo>
                    <a:pt x="7610655" y="0"/>
                  </a:lnTo>
                  <a:lnTo>
                    <a:pt x="7610655" y="1421896"/>
                  </a:lnTo>
                  <a:lnTo>
                    <a:pt x="0" y="1421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36308" r="0" b="-3630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81304" y="416120"/>
              <a:ext cx="7048047" cy="551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5"/>
                </a:lnSpc>
              </a:pP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“I </a:t>
              </a:r>
              <a:r>
                <a:rPr lang="en-US" b="true" sz="2593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stayed </a:t>
              </a:r>
              <a:r>
                <a:rPr lang="en-US" sz="2593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in a hotel”.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5815522">
            <a:off x="6981477" y="5387778"/>
            <a:ext cx="1368097" cy="2030571"/>
          </a:xfrm>
          <a:custGeom>
            <a:avLst/>
            <a:gdLst/>
            <a:ahLst/>
            <a:cxnLst/>
            <a:rect r="r" b="b" t="t" l="l"/>
            <a:pathLst>
              <a:path h="2030571" w="1368097">
                <a:moveTo>
                  <a:pt x="1368097" y="0"/>
                </a:moveTo>
                <a:lnTo>
                  <a:pt x="0" y="0"/>
                </a:lnTo>
                <a:lnTo>
                  <a:pt x="0" y="2030571"/>
                </a:lnTo>
                <a:lnTo>
                  <a:pt x="1368097" y="2030571"/>
                </a:lnTo>
                <a:lnTo>
                  <a:pt x="136809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8172" y="1487447"/>
            <a:ext cx="11571657" cy="2892914"/>
          </a:xfrm>
          <a:custGeom>
            <a:avLst/>
            <a:gdLst/>
            <a:ahLst/>
            <a:cxnLst/>
            <a:rect r="r" b="b" t="t" l="l"/>
            <a:pathLst>
              <a:path h="2892914" w="11571657">
                <a:moveTo>
                  <a:pt x="0" y="0"/>
                </a:moveTo>
                <a:lnTo>
                  <a:pt x="11571656" y="0"/>
                </a:lnTo>
                <a:lnTo>
                  <a:pt x="11571656" y="2892915"/>
                </a:lnTo>
                <a:lnTo>
                  <a:pt x="0" y="2892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6990" y="1150657"/>
            <a:ext cx="7614019" cy="673581"/>
            <a:chOff x="0" y="0"/>
            <a:chExt cx="10152025" cy="89810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52025" cy="898107"/>
              <a:chOff x="0" y="0"/>
              <a:chExt cx="2382834" cy="21079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82834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2382834">
                    <a:moveTo>
                      <a:pt x="32517" y="0"/>
                    </a:moveTo>
                    <a:lnTo>
                      <a:pt x="2350317" y="0"/>
                    </a:lnTo>
                    <a:cubicBezTo>
                      <a:pt x="2368276" y="0"/>
                      <a:pt x="2382834" y="14558"/>
                      <a:pt x="2382834" y="32517"/>
                    </a:cubicBezTo>
                    <a:lnTo>
                      <a:pt x="2382834" y="178282"/>
                    </a:lnTo>
                    <a:cubicBezTo>
                      <a:pt x="2382834" y="196241"/>
                      <a:pt x="2368276" y="210799"/>
                      <a:pt x="2350317" y="210799"/>
                    </a:cubicBezTo>
                    <a:lnTo>
                      <a:pt x="32517" y="210799"/>
                    </a:lnTo>
                    <a:cubicBezTo>
                      <a:pt x="23893" y="210799"/>
                      <a:pt x="15622" y="207374"/>
                      <a:pt x="9524" y="201275"/>
                    </a:cubicBezTo>
                    <a:cubicBezTo>
                      <a:pt x="3426" y="195177"/>
                      <a:pt x="0" y="186906"/>
                      <a:pt x="0" y="178282"/>
                    </a:cubicBezTo>
                    <a:lnTo>
                      <a:pt x="0" y="32517"/>
                    </a:lnTo>
                    <a:cubicBezTo>
                      <a:pt x="0" y="14558"/>
                      <a:pt x="14558" y="0"/>
                      <a:pt x="32517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2382834" cy="239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4304" y="4249"/>
              <a:ext cx="9383418" cy="82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74"/>
                </a:lnSpc>
                <a:spcBef>
                  <a:spcPct val="0"/>
                </a:spcBef>
              </a:pPr>
              <a:r>
                <a:rPr lang="en-US" sz="3767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Affirmative Sentences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336990" y="3895296"/>
            <a:ext cx="7332698" cy="6759415"/>
          </a:xfrm>
          <a:custGeom>
            <a:avLst/>
            <a:gdLst/>
            <a:ahLst/>
            <a:cxnLst/>
            <a:rect r="r" b="b" t="t" l="l"/>
            <a:pathLst>
              <a:path h="6759415" w="7332698">
                <a:moveTo>
                  <a:pt x="0" y="0"/>
                </a:moveTo>
                <a:lnTo>
                  <a:pt x="7332699" y="0"/>
                </a:lnTo>
                <a:lnTo>
                  <a:pt x="7332699" y="6759415"/>
                </a:lnTo>
                <a:lnTo>
                  <a:pt x="0" y="6759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4124772" y="2480218"/>
            <a:ext cx="10038455" cy="88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We add </a:t>
            </a:r>
            <a:r>
              <a:rPr lang="en-US" b="true" sz="2887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-d/-ed to regular verbs</a:t>
            </a: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to make the past,</a:t>
            </a:r>
          </a:p>
          <a:p>
            <a:pPr algn="ctr">
              <a:lnSpc>
                <a:spcPts val="3522"/>
              </a:lnSpc>
            </a:pP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while</a:t>
            </a:r>
            <a:r>
              <a:rPr lang="en-US" sz="2887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 irregular verbs</a:t>
            </a: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have </a:t>
            </a:r>
            <a:r>
              <a:rPr lang="en-US" sz="2887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different past forms</a:t>
            </a: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5833722"/>
            <a:ext cx="4308290" cy="3196280"/>
            <a:chOff x="0" y="0"/>
            <a:chExt cx="5744387" cy="42617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44387" cy="1852565"/>
            </a:xfrm>
            <a:custGeom>
              <a:avLst/>
              <a:gdLst/>
              <a:ahLst/>
              <a:cxnLst/>
              <a:rect r="r" b="b" t="t" l="l"/>
              <a:pathLst>
                <a:path h="1852565" w="5744387">
                  <a:moveTo>
                    <a:pt x="0" y="0"/>
                  </a:moveTo>
                  <a:lnTo>
                    <a:pt x="5744387" y="0"/>
                  </a:lnTo>
                  <a:lnTo>
                    <a:pt x="5744387" y="1852565"/>
                  </a:lnTo>
                  <a:lnTo>
                    <a:pt x="0" y="1852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12323" y="392828"/>
              <a:ext cx="5319741" cy="1038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4"/>
                </a:lnSpc>
              </a:pP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“We </a:t>
              </a:r>
              <a:r>
                <a:rPr lang="en-US" b="true" sz="2406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traveled 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to Europe together in 2019".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true" flipV="false" rot="3468174">
              <a:off x="3560423" y="2445995"/>
              <a:ext cx="2032138" cy="1247224"/>
            </a:xfrm>
            <a:custGeom>
              <a:avLst/>
              <a:gdLst/>
              <a:ahLst/>
              <a:cxnLst/>
              <a:rect r="r" b="b" t="t" l="l"/>
              <a:pathLst>
                <a:path h="1247224" w="2032138">
                  <a:moveTo>
                    <a:pt x="2032138" y="0"/>
                  </a:moveTo>
                  <a:lnTo>
                    <a:pt x="0" y="0"/>
                  </a:lnTo>
                  <a:lnTo>
                    <a:pt x="0" y="1247224"/>
                  </a:lnTo>
                  <a:lnTo>
                    <a:pt x="2032138" y="1247224"/>
                  </a:lnTo>
                  <a:lnTo>
                    <a:pt x="2032138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9287" y="5833722"/>
            <a:ext cx="4910013" cy="2371824"/>
            <a:chOff x="0" y="0"/>
            <a:chExt cx="6546684" cy="3162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2241649"/>
              <a:ext cx="2120805" cy="920783"/>
            </a:xfrm>
            <a:custGeom>
              <a:avLst/>
              <a:gdLst/>
              <a:ahLst/>
              <a:cxnLst/>
              <a:rect r="r" b="b" t="t" l="l"/>
              <a:pathLst>
                <a:path h="920783" w="2120805">
                  <a:moveTo>
                    <a:pt x="0" y="0"/>
                  </a:moveTo>
                  <a:lnTo>
                    <a:pt x="2120805" y="0"/>
                  </a:lnTo>
                  <a:lnTo>
                    <a:pt x="2120805" y="920783"/>
                  </a:lnTo>
                  <a:lnTo>
                    <a:pt x="0" y="920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802297" y="0"/>
              <a:ext cx="5744387" cy="1852565"/>
            </a:xfrm>
            <a:custGeom>
              <a:avLst/>
              <a:gdLst/>
              <a:ahLst/>
              <a:cxnLst/>
              <a:rect r="r" b="b" t="t" l="l"/>
              <a:pathLst>
                <a:path h="1852565" w="5744387">
                  <a:moveTo>
                    <a:pt x="0" y="0"/>
                  </a:moveTo>
                  <a:lnTo>
                    <a:pt x="5744387" y="0"/>
                  </a:lnTo>
                  <a:lnTo>
                    <a:pt x="5744387" y="1852565"/>
                  </a:lnTo>
                  <a:lnTo>
                    <a:pt x="0" y="1852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290640" y="392828"/>
              <a:ext cx="4767700" cy="1038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4"/>
                </a:lnSpc>
              </a:pP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“We </a:t>
              </a:r>
              <a:r>
                <a:rPr lang="en-US" b="true" sz="2406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had 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t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h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e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 b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e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st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 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time of our lives!"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7699" y="1150657"/>
            <a:ext cx="16221601" cy="8820495"/>
          </a:xfrm>
          <a:custGeom>
            <a:avLst/>
            <a:gdLst/>
            <a:ahLst/>
            <a:cxnLst/>
            <a:rect r="r" b="b" t="t" l="l"/>
            <a:pathLst>
              <a:path h="8820495" w="16221601">
                <a:moveTo>
                  <a:pt x="0" y="0"/>
                </a:moveTo>
                <a:lnTo>
                  <a:pt x="16221601" y="0"/>
                </a:lnTo>
                <a:lnTo>
                  <a:pt x="16221601" y="8820495"/>
                </a:lnTo>
                <a:lnTo>
                  <a:pt x="0" y="8820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6990" y="1150657"/>
            <a:ext cx="7614019" cy="673581"/>
            <a:chOff x="0" y="0"/>
            <a:chExt cx="10152025" cy="89810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52025" cy="898107"/>
              <a:chOff x="0" y="0"/>
              <a:chExt cx="2382834" cy="21079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82834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2382834">
                    <a:moveTo>
                      <a:pt x="32517" y="0"/>
                    </a:moveTo>
                    <a:lnTo>
                      <a:pt x="2350317" y="0"/>
                    </a:lnTo>
                    <a:cubicBezTo>
                      <a:pt x="2368276" y="0"/>
                      <a:pt x="2382834" y="14558"/>
                      <a:pt x="2382834" y="32517"/>
                    </a:cubicBezTo>
                    <a:lnTo>
                      <a:pt x="2382834" y="178282"/>
                    </a:lnTo>
                    <a:cubicBezTo>
                      <a:pt x="2382834" y="196241"/>
                      <a:pt x="2368276" y="210799"/>
                      <a:pt x="2350317" y="210799"/>
                    </a:cubicBezTo>
                    <a:lnTo>
                      <a:pt x="32517" y="210799"/>
                    </a:lnTo>
                    <a:cubicBezTo>
                      <a:pt x="23893" y="210799"/>
                      <a:pt x="15622" y="207374"/>
                      <a:pt x="9524" y="201275"/>
                    </a:cubicBezTo>
                    <a:cubicBezTo>
                      <a:pt x="3426" y="195177"/>
                      <a:pt x="0" y="186906"/>
                      <a:pt x="0" y="178282"/>
                    </a:cubicBezTo>
                    <a:lnTo>
                      <a:pt x="0" y="32517"/>
                    </a:lnTo>
                    <a:cubicBezTo>
                      <a:pt x="0" y="14558"/>
                      <a:pt x="14558" y="0"/>
                      <a:pt x="32517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2382834" cy="239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4304" y="4249"/>
              <a:ext cx="9383418" cy="82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74"/>
                </a:lnSpc>
                <a:spcBef>
                  <a:spcPct val="0"/>
                </a:spcBef>
              </a:pPr>
              <a:r>
                <a:rPr lang="en-US" sz="3767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Spelling Rules (-ed Rules)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28754" y="5143500"/>
            <a:ext cx="5965720" cy="5499309"/>
          </a:xfrm>
          <a:custGeom>
            <a:avLst/>
            <a:gdLst/>
            <a:ahLst/>
            <a:cxnLst/>
            <a:rect r="r" b="b" t="t" l="l"/>
            <a:pathLst>
              <a:path h="5499309" w="5965720">
                <a:moveTo>
                  <a:pt x="0" y="0"/>
                </a:moveTo>
                <a:lnTo>
                  <a:pt x="5965720" y="0"/>
                </a:lnTo>
                <a:lnTo>
                  <a:pt x="5965720" y="5499309"/>
                </a:lnTo>
                <a:lnTo>
                  <a:pt x="0" y="5499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2982004" y="3368822"/>
            <a:ext cx="3558780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walk - walk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2004" y="3759498"/>
            <a:ext cx="3558780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enjoy - enjoy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53229" y="2615144"/>
            <a:ext cx="5492392" cy="401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695" indent="-288847" lvl="1">
              <a:lnSpc>
                <a:spcPts val="3264"/>
              </a:lnSpc>
              <a:buFont typeface="Arial"/>
              <a:buChar char="•"/>
            </a:pPr>
            <a:r>
              <a:rPr lang="en-US" sz="2675">
                <a:solidFill>
                  <a:srgbClr val="CC5A27"/>
                </a:solidFill>
                <a:latin typeface="Garet"/>
                <a:ea typeface="Garet"/>
                <a:cs typeface="Garet"/>
                <a:sym typeface="Garet"/>
              </a:rPr>
              <a:t>Most verbs → </a:t>
            </a:r>
            <a:r>
              <a:rPr lang="en-US" b="true" sz="2675">
                <a:solidFill>
                  <a:srgbClr val="CC5A27"/>
                </a:solidFill>
                <a:latin typeface="Garet Bold"/>
                <a:ea typeface="Garet Bold"/>
                <a:cs typeface="Garet Bold"/>
                <a:sym typeface="Garet Bold"/>
              </a:rPr>
              <a:t>add -ed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1208" y="4154274"/>
            <a:ext cx="4693545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stop - stop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ped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1208" y="4544951"/>
            <a:ext cx="4693545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plan - plan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ned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0054" y="2583511"/>
            <a:ext cx="7243717" cy="121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695" indent="-288847" lvl="1">
              <a:lnSpc>
                <a:spcPts val="3264"/>
              </a:lnSpc>
              <a:buFont typeface="Arial"/>
              <a:buChar char="•"/>
            </a:pPr>
            <a:r>
              <a:rPr lang="en-US" sz="2675">
                <a:solidFill>
                  <a:srgbClr val="CC5A27"/>
                </a:solidFill>
                <a:latin typeface="Garet"/>
                <a:ea typeface="Garet"/>
                <a:cs typeface="Garet"/>
                <a:sym typeface="Garet"/>
              </a:rPr>
              <a:t>One-syllable verbs ending in consonant + vowel + consonant →</a:t>
            </a:r>
            <a:r>
              <a:rPr lang="en-US" b="true" sz="2675">
                <a:solidFill>
                  <a:srgbClr val="CC5A27"/>
                </a:solidFill>
                <a:latin typeface="Garet Bold"/>
                <a:ea typeface="Garet Bold"/>
                <a:cs typeface="Garet Bold"/>
                <a:sym typeface="Garet Bold"/>
              </a:rPr>
              <a:t> double the final consonant + -ed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2004" y="7812071"/>
            <a:ext cx="4761631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hurry - hurr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ied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2004" y="8202747"/>
            <a:ext cx="4761631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try - tr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ied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53229" y="6649850"/>
            <a:ext cx="7348796" cy="81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695" indent="-288847" lvl="1">
              <a:lnSpc>
                <a:spcPts val="3264"/>
              </a:lnSpc>
              <a:buFont typeface="Arial"/>
              <a:buChar char="•"/>
            </a:pPr>
            <a:r>
              <a:rPr lang="en-US" sz="2675">
                <a:solidFill>
                  <a:srgbClr val="CC5A27"/>
                </a:solidFill>
                <a:latin typeface="Garet"/>
                <a:ea typeface="Garet"/>
                <a:cs typeface="Garet"/>
                <a:sym typeface="Garet"/>
              </a:rPr>
              <a:t>Verbs ending in consonant + y → </a:t>
            </a:r>
            <a:r>
              <a:rPr lang="en-US" b="true" sz="2675">
                <a:solidFill>
                  <a:srgbClr val="CC5A27"/>
                </a:solidFill>
                <a:latin typeface="Garet Bold"/>
                <a:ea typeface="Garet Bold"/>
                <a:cs typeface="Garet Bold"/>
                <a:sym typeface="Garet Bold"/>
              </a:rPr>
              <a:t>change -y to -i and add -ed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2004" y="5386175"/>
            <a:ext cx="3558780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like - lik</a:t>
            </a: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2004" y="5776851"/>
            <a:ext cx="3558780" cy="40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5" indent="-284932" lvl="1">
              <a:lnSpc>
                <a:spcPts val="3220"/>
              </a:lnSpc>
              <a:buFont typeface="Arial"/>
              <a:buChar char="•"/>
            </a:pP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arrive - arriv</a:t>
            </a:r>
            <a:r>
              <a:rPr lang="en-US" sz="2639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b="true" sz="2639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53229" y="4632497"/>
            <a:ext cx="5492392" cy="401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695" indent="-288847" lvl="1">
              <a:lnSpc>
                <a:spcPts val="3264"/>
              </a:lnSpc>
              <a:buFont typeface="Arial"/>
              <a:buChar char="•"/>
            </a:pPr>
            <a:r>
              <a:rPr lang="en-US" sz="2675">
                <a:solidFill>
                  <a:srgbClr val="CC5A27"/>
                </a:solidFill>
                <a:latin typeface="Garet"/>
                <a:ea typeface="Garet"/>
                <a:cs typeface="Garet"/>
                <a:sym typeface="Garet"/>
              </a:rPr>
              <a:t>Verbs ending in -e → </a:t>
            </a:r>
            <a:r>
              <a:rPr lang="en-US" b="true" sz="2675">
                <a:solidFill>
                  <a:srgbClr val="CC5A27"/>
                </a:solidFill>
                <a:latin typeface="Garet Bold"/>
                <a:ea typeface="Garet Bold"/>
                <a:cs typeface="Garet Bold"/>
                <a:sym typeface="Garet Bold"/>
              </a:rPr>
              <a:t>add -d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7699" y="1150657"/>
            <a:ext cx="16221601" cy="8820495"/>
          </a:xfrm>
          <a:custGeom>
            <a:avLst/>
            <a:gdLst/>
            <a:ahLst/>
            <a:cxnLst/>
            <a:rect r="r" b="b" t="t" l="l"/>
            <a:pathLst>
              <a:path h="8820495" w="16221601">
                <a:moveTo>
                  <a:pt x="0" y="0"/>
                </a:moveTo>
                <a:lnTo>
                  <a:pt x="16221601" y="0"/>
                </a:lnTo>
                <a:lnTo>
                  <a:pt x="16221601" y="8820495"/>
                </a:lnTo>
                <a:lnTo>
                  <a:pt x="0" y="8820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6990" y="1150657"/>
            <a:ext cx="7614019" cy="673581"/>
            <a:chOff x="0" y="0"/>
            <a:chExt cx="10152025" cy="89810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52025" cy="898107"/>
              <a:chOff x="0" y="0"/>
              <a:chExt cx="2382834" cy="21079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82834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2382834">
                    <a:moveTo>
                      <a:pt x="32517" y="0"/>
                    </a:moveTo>
                    <a:lnTo>
                      <a:pt x="2350317" y="0"/>
                    </a:lnTo>
                    <a:cubicBezTo>
                      <a:pt x="2368276" y="0"/>
                      <a:pt x="2382834" y="14558"/>
                      <a:pt x="2382834" y="32517"/>
                    </a:cubicBezTo>
                    <a:lnTo>
                      <a:pt x="2382834" y="178282"/>
                    </a:lnTo>
                    <a:cubicBezTo>
                      <a:pt x="2382834" y="196241"/>
                      <a:pt x="2368276" y="210799"/>
                      <a:pt x="2350317" y="210799"/>
                    </a:cubicBezTo>
                    <a:lnTo>
                      <a:pt x="32517" y="210799"/>
                    </a:lnTo>
                    <a:cubicBezTo>
                      <a:pt x="23893" y="210799"/>
                      <a:pt x="15622" y="207374"/>
                      <a:pt x="9524" y="201275"/>
                    </a:cubicBezTo>
                    <a:cubicBezTo>
                      <a:pt x="3426" y="195177"/>
                      <a:pt x="0" y="186906"/>
                      <a:pt x="0" y="178282"/>
                    </a:cubicBezTo>
                    <a:lnTo>
                      <a:pt x="0" y="32517"/>
                    </a:lnTo>
                    <a:cubicBezTo>
                      <a:pt x="0" y="14558"/>
                      <a:pt x="14558" y="0"/>
                      <a:pt x="32517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2382834" cy="239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4304" y="4249"/>
              <a:ext cx="9383418" cy="82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74"/>
                </a:lnSpc>
                <a:spcBef>
                  <a:spcPct val="0"/>
                </a:spcBef>
              </a:pPr>
              <a:r>
                <a:rPr lang="en-US" sz="3767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Common Irregular Verbs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68662" y="5143500"/>
            <a:ext cx="5965720" cy="5499309"/>
          </a:xfrm>
          <a:custGeom>
            <a:avLst/>
            <a:gdLst/>
            <a:ahLst/>
            <a:cxnLst/>
            <a:rect r="r" b="b" t="t" l="l"/>
            <a:pathLst>
              <a:path h="5499309" w="5965720">
                <a:moveTo>
                  <a:pt x="0" y="0"/>
                </a:moveTo>
                <a:lnTo>
                  <a:pt x="5965720" y="0"/>
                </a:lnTo>
                <a:lnTo>
                  <a:pt x="5965720" y="5499309"/>
                </a:lnTo>
                <a:lnTo>
                  <a:pt x="0" y="5499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2878845" y="2766636"/>
            <a:ext cx="2146136" cy="6017796"/>
            <a:chOff x="0" y="0"/>
            <a:chExt cx="2861515" cy="802372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81829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be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634107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become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2861515" cy="570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1"/>
                </a:lnSpc>
              </a:pPr>
              <a:r>
                <a:rPr lang="en-US" sz="2788" b="true">
                  <a:solidFill>
                    <a:srgbClr val="CC5A2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Base form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286385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begin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938663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buy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590941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come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4243219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do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895498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drink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547776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eat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200054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find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852332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fly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504610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get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86490" y="2766636"/>
            <a:ext cx="2590333" cy="6038178"/>
            <a:chOff x="0" y="0"/>
            <a:chExt cx="3453777" cy="8050903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981829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was/were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636577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became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3453777" cy="570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1"/>
                </a:lnSpc>
              </a:pPr>
              <a:r>
                <a:rPr lang="en-US" sz="2788" b="true">
                  <a:solidFill>
                    <a:srgbClr val="CC5A2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Past Simple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291326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began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946075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bought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3600823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came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4255572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did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4910321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drank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5565069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ate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6219818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found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6874567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flew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7529316"/>
              <a:ext cx="3453777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got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13574" y="2766636"/>
            <a:ext cx="2146136" cy="6017796"/>
            <a:chOff x="0" y="0"/>
            <a:chExt cx="2861515" cy="8023728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981829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go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634107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have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-9525"/>
              <a:ext cx="2861515" cy="570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1"/>
                </a:lnSpc>
              </a:pPr>
              <a:r>
                <a:rPr lang="en-US" sz="2788" b="true">
                  <a:solidFill>
                    <a:srgbClr val="CC5A2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Base form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2286385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leave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2938663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make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3590941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ride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4243219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say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4895498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see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5547776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sleep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6200054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spend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6852332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take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7504610"/>
              <a:ext cx="2861515" cy="5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write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921218" y="2766636"/>
            <a:ext cx="3056739" cy="6038178"/>
            <a:chOff x="0" y="0"/>
            <a:chExt cx="4075652" cy="8050903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981829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went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1636577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had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-9525"/>
              <a:ext cx="4075652" cy="570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1"/>
                </a:lnSpc>
              </a:pPr>
              <a:r>
                <a:rPr lang="en-US" sz="2788" b="true">
                  <a:solidFill>
                    <a:srgbClr val="CC5A2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Past Simple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2291326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left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0" y="2946075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made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3600823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rode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4255572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said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4910321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saw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5565069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slept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6219818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spent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0" y="6874567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took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7529316"/>
              <a:ext cx="4075652" cy="521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550" b="true">
                  <a:solidFill>
                    <a:srgbClr val="4B20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wrote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8172" y="1487447"/>
            <a:ext cx="11571657" cy="2892914"/>
          </a:xfrm>
          <a:custGeom>
            <a:avLst/>
            <a:gdLst/>
            <a:ahLst/>
            <a:cxnLst/>
            <a:rect r="r" b="b" t="t" l="l"/>
            <a:pathLst>
              <a:path h="2892914" w="11571657">
                <a:moveTo>
                  <a:pt x="0" y="0"/>
                </a:moveTo>
                <a:lnTo>
                  <a:pt x="11571656" y="0"/>
                </a:lnTo>
                <a:lnTo>
                  <a:pt x="11571656" y="2892915"/>
                </a:lnTo>
                <a:lnTo>
                  <a:pt x="0" y="2892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6990" y="1150657"/>
            <a:ext cx="7614019" cy="673581"/>
            <a:chOff x="0" y="0"/>
            <a:chExt cx="10152025" cy="89810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52025" cy="898107"/>
              <a:chOff x="0" y="0"/>
              <a:chExt cx="2382834" cy="21079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382834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2382834">
                    <a:moveTo>
                      <a:pt x="32517" y="0"/>
                    </a:moveTo>
                    <a:lnTo>
                      <a:pt x="2350317" y="0"/>
                    </a:lnTo>
                    <a:cubicBezTo>
                      <a:pt x="2368276" y="0"/>
                      <a:pt x="2382834" y="14558"/>
                      <a:pt x="2382834" y="32517"/>
                    </a:cubicBezTo>
                    <a:lnTo>
                      <a:pt x="2382834" y="178282"/>
                    </a:lnTo>
                    <a:cubicBezTo>
                      <a:pt x="2382834" y="196241"/>
                      <a:pt x="2368276" y="210799"/>
                      <a:pt x="2350317" y="210799"/>
                    </a:cubicBezTo>
                    <a:lnTo>
                      <a:pt x="32517" y="210799"/>
                    </a:lnTo>
                    <a:cubicBezTo>
                      <a:pt x="23893" y="210799"/>
                      <a:pt x="15622" y="207374"/>
                      <a:pt x="9524" y="201275"/>
                    </a:cubicBezTo>
                    <a:cubicBezTo>
                      <a:pt x="3426" y="195177"/>
                      <a:pt x="0" y="186906"/>
                      <a:pt x="0" y="178282"/>
                    </a:cubicBezTo>
                    <a:lnTo>
                      <a:pt x="0" y="32517"/>
                    </a:lnTo>
                    <a:cubicBezTo>
                      <a:pt x="0" y="14558"/>
                      <a:pt x="14558" y="0"/>
                      <a:pt x="32517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2382834" cy="239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4304" y="4249"/>
              <a:ext cx="9383418" cy="82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74"/>
                </a:lnSpc>
                <a:spcBef>
                  <a:spcPct val="0"/>
                </a:spcBef>
              </a:pPr>
              <a:r>
                <a:rPr lang="en-US" sz="3767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Negatives &amp; Questions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11409" y="2480218"/>
            <a:ext cx="9465182" cy="88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We use</a:t>
            </a: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the auxiliary </a:t>
            </a:r>
            <a:r>
              <a:rPr lang="en-US" sz="2887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did </a:t>
            </a: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to form </a:t>
            </a:r>
            <a:r>
              <a:rPr lang="en-US" sz="2887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negative sentences and questions in the past</a:t>
            </a:r>
            <a:r>
              <a:rPr lang="en-US" sz="2887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782722"/>
            <a:ext cx="4308290" cy="3177573"/>
            <a:chOff x="0" y="0"/>
            <a:chExt cx="5744387" cy="42367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44387" cy="1852565"/>
            </a:xfrm>
            <a:custGeom>
              <a:avLst/>
              <a:gdLst/>
              <a:ahLst/>
              <a:cxnLst/>
              <a:rect r="r" b="b" t="t" l="l"/>
              <a:pathLst>
                <a:path h="1852565" w="5744387">
                  <a:moveTo>
                    <a:pt x="0" y="0"/>
                  </a:moveTo>
                  <a:lnTo>
                    <a:pt x="5744387" y="0"/>
                  </a:lnTo>
                  <a:lnTo>
                    <a:pt x="5744387" y="1852565"/>
                  </a:lnTo>
                  <a:lnTo>
                    <a:pt x="0" y="1852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12323" y="392828"/>
              <a:ext cx="5319741" cy="1038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4"/>
                </a:lnSpc>
              </a:pP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“We </a:t>
              </a:r>
              <a:r>
                <a:rPr lang="en-US" b="true" sz="2406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didn’t visit 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any museums".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true" flipV="false" rot="3468174">
              <a:off x="1628281" y="2421052"/>
              <a:ext cx="2032138" cy="1247224"/>
            </a:xfrm>
            <a:custGeom>
              <a:avLst/>
              <a:gdLst/>
              <a:ahLst/>
              <a:cxnLst/>
              <a:rect r="r" b="b" t="t" l="l"/>
              <a:pathLst>
                <a:path h="1247224" w="2032138">
                  <a:moveTo>
                    <a:pt x="2032138" y="0"/>
                  </a:moveTo>
                  <a:lnTo>
                    <a:pt x="0" y="0"/>
                  </a:lnTo>
                  <a:lnTo>
                    <a:pt x="0" y="1247224"/>
                  </a:lnTo>
                  <a:lnTo>
                    <a:pt x="2032138" y="1247224"/>
                  </a:lnTo>
                  <a:lnTo>
                    <a:pt x="203213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51010" y="6570871"/>
            <a:ext cx="4308290" cy="2181365"/>
            <a:chOff x="0" y="0"/>
            <a:chExt cx="5744387" cy="29084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96290" y="1987704"/>
              <a:ext cx="2120805" cy="920783"/>
            </a:xfrm>
            <a:custGeom>
              <a:avLst/>
              <a:gdLst/>
              <a:ahLst/>
              <a:cxnLst/>
              <a:rect r="r" b="b" t="t" l="l"/>
              <a:pathLst>
                <a:path h="920783" w="2120805">
                  <a:moveTo>
                    <a:pt x="0" y="0"/>
                  </a:moveTo>
                  <a:lnTo>
                    <a:pt x="2120804" y="0"/>
                  </a:lnTo>
                  <a:lnTo>
                    <a:pt x="2120804" y="920783"/>
                  </a:lnTo>
                  <a:lnTo>
                    <a:pt x="0" y="920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44387" cy="1852565"/>
            </a:xfrm>
            <a:custGeom>
              <a:avLst/>
              <a:gdLst/>
              <a:ahLst/>
              <a:cxnLst/>
              <a:rect r="r" b="b" t="t" l="l"/>
              <a:pathLst>
                <a:path h="1852565" w="5744387">
                  <a:moveTo>
                    <a:pt x="0" y="0"/>
                  </a:moveTo>
                  <a:lnTo>
                    <a:pt x="5744387" y="0"/>
                  </a:lnTo>
                  <a:lnTo>
                    <a:pt x="5744387" y="1852565"/>
                  </a:lnTo>
                  <a:lnTo>
                    <a:pt x="0" y="1852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12323" y="392828"/>
              <a:ext cx="5319741" cy="1038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4"/>
                </a:lnSpc>
              </a:pP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</a:t>
              </a:r>
              <a:r>
                <a:rPr lang="en-US" b="true" sz="2406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Did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 we</a:t>
              </a:r>
              <a:r>
                <a:rPr lang="en-US" b="true" sz="2406" i="true">
                  <a:solidFill>
                    <a:srgbClr val="4B2012"/>
                  </a:solidFill>
                  <a:latin typeface="Garet Bold Italics"/>
                  <a:ea typeface="Garet Bold Italics"/>
                  <a:cs typeface="Garet Bold Italics"/>
                  <a:sym typeface="Garet Bold Italics"/>
                </a:rPr>
                <a:t> enjoy </a:t>
              </a:r>
              <a:r>
                <a:rPr lang="en-US" sz="2406" i="true">
                  <a:solidFill>
                    <a:srgbClr val="4B2012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the trip? Absolutely!"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39548" y="3665633"/>
            <a:ext cx="10008890" cy="9863306"/>
          </a:xfrm>
          <a:custGeom>
            <a:avLst/>
            <a:gdLst/>
            <a:ahLst/>
            <a:cxnLst/>
            <a:rect r="r" b="b" t="t" l="l"/>
            <a:pathLst>
              <a:path h="9863306" w="10008890">
                <a:moveTo>
                  <a:pt x="0" y="0"/>
                </a:moveTo>
                <a:lnTo>
                  <a:pt x="10008890" y="0"/>
                </a:lnTo>
                <a:lnTo>
                  <a:pt x="10008890" y="9863306"/>
                </a:lnTo>
                <a:lnTo>
                  <a:pt x="0" y="98633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38929" y="2708482"/>
            <a:ext cx="13010142" cy="7074265"/>
          </a:xfrm>
          <a:custGeom>
            <a:avLst/>
            <a:gdLst/>
            <a:ahLst/>
            <a:cxnLst/>
            <a:rect r="r" b="b" t="t" l="l"/>
            <a:pathLst>
              <a:path h="7074265" w="13010142">
                <a:moveTo>
                  <a:pt x="0" y="0"/>
                </a:moveTo>
                <a:lnTo>
                  <a:pt x="13010142" y="0"/>
                </a:lnTo>
                <a:lnTo>
                  <a:pt x="13010142" y="7074265"/>
                </a:lnTo>
                <a:lnTo>
                  <a:pt x="0" y="7074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06565" y="3548110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Last summer, I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(go)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to the beach with my cousins.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94351" y="3538895"/>
            <a:ext cx="444636" cy="477724"/>
            <a:chOff x="0" y="0"/>
            <a:chExt cx="75650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46619" y="3614560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06565" y="4338994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I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(not see)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any famous landmarks.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794351" y="4329779"/>
            <a:ext cx="444636" cy="477724"/>
            <a:chOff x="0" y="0"/>
            <a:chExt cx="75650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46619" y="4405444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06565" y="5129877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__________ you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(meet)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new people on your trip?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94351" y="5120662"/>
            <a:ext cx="444636" cy="477724"/>
            <a:chOff x="0" y="0"/>
            <a:chExt cx="756503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46619" y="5196327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06565" y="5920760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She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(have)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a great time in Italy.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94351" y="5911546"/>
            <a:ext cx="444636" cy="477724"/>
            <a:chOff x="0" y="0"/>
            <a:chExt cx="756503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846619" y="5987211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06565" y="6711644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I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(not eat)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anything strange during the trip.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794351" y="6702429"/>
            <a:ext cx="444636" cy="477724"/>
            <a:chOff x="0" y="0"/>
            <a:chExt cx="756503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846619" y="6778094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06565" y="7502527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__________ they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(come)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with you to the beach? 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794351" y="7493313"/>
            <a:ext cx="444636" cy="477724"/>
            <a:chOff x="0" y="0"/>
            <a:chExt cx="756503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846619" y="7568978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06565" y="8293411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What time __________ you __________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(leave)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the hotel?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794351" y="8284196"/>
            <a:ext cx="444636" cy="477724"/>
            <a:chOff x="0" y="0"/>
            <a:chExt cx="756503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846619" y="8359861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1646664"/>
            <a:ext cx="9420479" cy="42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6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Write the Past Simple form of the verbs in brackets.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1088499"/>
            <a:ext cx="6781261" cy="44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3131">
                <a:solidFill>
                  <a:srgbClr val="CC5A27"/>
                </a:solidFill>
                <a:latin typeface="Horizon"/>
                <a:ea typeface="Horizon"/>
                <a:cs typeface="Horizon"/>
                <a:sym typeface="Horizon"/>
              </a:rPr>
              <a:t>Written practice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502384">
            <a:off x="1140488" y="3770613"/>
            <a:ext cx="2315411" cy="2463203"/>
          </a:xfrm>
          <a:custGeom>
            <a:avLst/>
            <a:gdLst/>
            <a:ahLst/>
            <a:cxnLst/>
            <a:rect r="r" b="b" t="t" l="l"/>
            <a:pathLst>
              <a:path h="2463203" w="2315411">
                <a:moveTo>
                  <a:pt x="0" y="0"/>
                </a:moveTo>
                <a:lnTo>
                  <a:pt x="2315410" y="0"/>
                </a:lnTo>
                <a:lnTo>
                  <a:pt x="2315410" y="2463202"/>
                </a:lnTo>
                <a:lnTo>
                  <a:pt x="0" y="24632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416185">
            <a:off x="14635648" y="5765176"/>
            <a:ext cx="2354929" cy="4592948"/>
          </a:xfrm>
          <a:custGeom>
            <a:avLst/>
            <a:gdLst/>
            <a:ahLst/>
            <a:cxnLst/>
            <a:rect r="r" b="b" t="t" l="l"/>
            <a:pathLst>
              <a:path h="4592948" w="2354929">
                <a:moveTo>
                  <a:pt x="0" y="0"/>
                </a:moveTo>
                <a:lnTo>
                  <a:pt x="2354930" y="0"/>
                </a:lnTo>
                <a:lnTo>
                  <a:pt x="2354930" y="4592947"/>
                </a:lnTo>
                <a:lnTo>
                  <a:pt x="0" y="4592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38929" y="2708482"/>
            <a:ext cx="13010142" cy="7074265"/>
          </a:xfrm>
          <a:custGeom>
            <a:avLst/>
            <a:gdLst/>
            <a:ahLst/>
            <a:cxnLst/>
            <a:rect r="r" b="b" t="t" l="l"/>
            <a:pathLst>
              <a:path h="7074265" w="13010142">
                <a:moveTo>
                  <a:pt x="0" y="0"/>
                </a:moveTo>
                <a:lnTo>
                  <a:pt x="13010142" y="0"/>
                </a:lnTo>
                <a:lnTo>
                  <a:pt x="13010142" y="7074265"/>
                </a:lnTo>
                <a:lnTo>
                  <a:pt x="0" y="7074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46664"/>
            <a:ext cx="9420479" cy="42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6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Write the Past Simple form of the verbs in brackets.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88499"/>
            <a:ext cx="4710240" cy="44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3131">
                <a:solidFill>
                  <a:srgbClr val="CC5A27"/>
                </a:solidFill>
                <a:latin typeface="Horizon"/>
                <a:ea typeface="Horizon"/>
                <a:cs typeface="Horizon"/>
                <a:sym typeface="Horizon"/>
              </a:rPr>
              <a:t>answer key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06565" y="3548110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Last summer, I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went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to the beach with my cousins.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94351" y="3538895"/>
            <a:ext cx="444636" cy="477724"/>
            <a:chOff x="0" y="0"/>
            <a:chExt cx="75650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846619" y="3614560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06565" y="4338994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I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didn’t see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any famous landmarks.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794351" y="4329779"/>
            <a:ext cx="444636" cy="477724"/>
            <a:chOff x="0" y="0"/>
            <a:chExt cx="75650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46619" y="4405444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06565" y="5129877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Did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you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meet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new people on your trip?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794351" y="5120662"/>
            <a:ext cx="444636" cy="477724"/>
            <a:chOff x="0" y="0"/>
            <a:chExt cx="756503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846619" y="5196327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06565" y="5920760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She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had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a great time in Italy.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794351" y="5911546"/>
            <a:ext cx="444636" cy="477724"/>
            <a:chOff x="0" y="0"/>
            <a:chExt cx="756503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846619" y="5987211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06565" y="6711644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I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didn’t eat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anything strange during the trip.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794351" y="6702429"/>
            <a:ext cx="444636" cy="477724"/>
            <a:chOff x="0" y="0"/>
            <a:chExt cx="756503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846619" y="6778094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06565" y="7502527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Did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they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come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 with you to the beach? 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794351" y="7493313"/>
            <a:ext cx="444636" cy="477724"/>
            <a:chOff x="0" y="0"/>
            <a:chExt cx="756503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846619" y="7568978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06565" y="8293411"/>
            <a:ext cx="10087084" cy="4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What time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did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you </a:t>
            </a:r>
            <a:r>
              <a:rPr lang="en-US" sz="25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leave </a:t>
            </a:r>
            <a:r>
              <a:rPr lang="en-US" sz="25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the hotel?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794351" y="8284196"/>
            <a:ext cx="444636" cy="477724"/>
            <a:chOff x="0" y="0"/>
            <a:chExt cx="756503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6503" cy="812800"/>
            </a:xfrm>
            <a:custGeom>
              <a:avLst/>
              <a:gdLst/>
              <a:ahLst/>
              <a:cxnLst/>
              <a:rect r="r" b="b" t="t" l="l"/>
              <a:pathLst>
                <a:path h="812800" w="756503">
                  <a:moveTo>
                    <a:pt x="378252" y="0"/>
                  </a:moveTo>
                  <a:cubicBezTo>
                    <a:pt x="169349" y="0"/>
                    <a:pt x="0" y="181951"/>
                    <a:pt x="0" y="406400"/>
                  </a:cubicBezTo>
                  <a:cubicBezTo>
                    <a:pt x="0" y="630849"/>
                    <a:pt x="169349" y="812800"/>
                    <a:pt x="378252" y="812800"/>
                  </a:cubicBezTo>
                  <a:cubicBezTo>
                    <a:pt x="587154" y="812800"/>
                    <a:pt x="756503" y="630849"/>
                    <a:pt x="756503" y="406400"/>
                  </a:cubicBezTo>
                  <a:cubicBezTo>
                    <a:pt x="756503" y="181951"/>
                    <a:pt x="587154" y="0"/>
                    <a:pt x="378252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0922" y="66675"/>
              <a:ext cx="614659" cy="669925"/>
            </a:xfrm>
            <a:prstGeom prst="rect">
              <a:avLst/>
            </a:prstGeom>
          </p:spPr>
          <p:txBody>
            <a:bodyPr anchor="ctr" rtlCol="false" tIns="43174" lIns="43174" bIns="43174" rIns="43174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846619" y="8359861"/>
            <a:ext cx="340101" cy="32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b="true" sz="2167">
                <a:solidFill>
                  <a:srgbClr val="F9F0D3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416185">
            <a:off x="14635648" y="5765176"/>
            <a:ext cx="2354929" cy="4592948"/>
          </a:xfrm>
          <a:custGeom>
            <a:avLst/>
            <a:gdLst/>
            <a:ahLst/>
            <a:cxnLst/>
            <a:rect r="r" b="b" t="t" l="l"/>
            <a:pathLst>
              <a:path h="4592948" w="2354929">
                <a:moveTo>
                  <a:pt x="0" y="0"/>
                </a:moveTo>
                <a:lnTo>
                  <a:pt x="2354930" y="0"/>
                </a:lnTo>
                <a:lnTo>
                  <a:pt x="2354930" y="4592947"/>
                </a:lnTo>
                <a:lnTo>
                  <a:pt x="0" y="45929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02384">
            <a:off x="1140488" y="3770613"/>
            <a:ext cx="2315411" cy="2463203"/>
          </a:xfrm>
          <a:custGeom>
            <a:avLst/>
            <a:gdLst/>
            <a:ahLst/>
            <a:cxnLst/>
            <a:rect r="r" b="b" t="t" l="l"/>
            <a:pathLst>
              <a:path h="2463203" w="2315411">
                <a:moveTo>
                  <a:pt x="0" y="0"/>
                </a:moveTo>
                <a:lnTo>
                  <a:pt x="2315410" y="0"/>
                </a:lnTo>
                <a:lnTo>
                  <a:pt x="2315410" y="2463202"/>
                </a:lnTo>
                <a:lnTo>
                  <a:pt x="0" y="2463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7431" y="2627104"/>
            <a:ext cx="12922335" cy="6412709"/>
          </a:xfrm>
          <a:custGeom>
            <a:avLst/>
            <a:gdLst/>
            <a:ahLst/>
            <a:cxnLst/>
            <a:rect r="r" b="b" t="t" l="l"/>
            <a:pathLst>
              <a:path h="6412709" w="12922335">
                <a:moveTo>
                  <a:pt x="0" y="0"/>
                </a:moveTo>
                <a:lnTo>
                  <a:pt x="12922335" y="0"/>
                </a:lnTo>
                <a:lnTo>
                  <a:pt x="12922335" y="6412709"/>
                </a:lnTo>
                <a:lnTo>
                  <a:pt x="0" y="6412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678230" y="4024039"/>
            <a:ext cx="4654219" cy="477724"/>
            <a:chOff x="0" y="0"/>
            <a:chExt cx="6205625" cy="6369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16284" y="24986"/>
              <a:ext cx="5389341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Where did you go?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78230" y="4809318"/>
            <a:ext cx="4654219" cy="477724"/>
            <a:chOff x="0" y="0"/>
            <a:chExt cx="6205625" cy="63696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816284" y="24986"/>
              <a:ext cx="5389341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When did you go?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78230" y="5594596"/>
            <a:ext cx="4654219" cy="477724"/>
            <a:chOff x="0" y="0"/>
            <a:chExt cx="6205625" cy="63696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816284" y="24986"/>
              <a:ext cx="5389341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Who did you go with?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78230" y="6379874"/>
            <a:ext cx="4654219" cy="477724"/>
            <a:chOff x="0" y="0"/>
            <a:chExt cx="6205625" cy="63696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816284" y="24986"/>
              <a:ext cx="5389341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How did you get there?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78230" y="7165153"/>
            <a:ext cx="4654219" cy="477724"/>
            <a:chOff x="0" y="0"/>
            <a:chExt cx="6205625" cy="63696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816284" y="24986"/>
              <a:ext cx="5389341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Where did you stay?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00153" y="4024039"/>
            <a:ext cx="5527154" cy="477724"/>
            <a:chOff x="0" y="0"/>
            <a:chExt cx="7369539" cy="636966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816284" y="24986"/>
              <a:ext cx="6553255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What places did you visit?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100153" y="4809318"/>
            <a:ext cx="5527154" cy="477724"/>
            <a:chOff x="0" y="0"/>
            <a:chExt cx="7369539" cy="636966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816284" y="24986"/>
              <a:ext cx="6553255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What activities did you do?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7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100153" y="5594596"/>
            <a:ext cx="5527154" cy="477724"/>
            <a:chOff x="0" y="0"/>
            <a:chExt cx="7369539" cy="636966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816284" y="24986"/>
              <a:ext cx="6553255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What did you eat?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8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00153" y="6379874"/>
            <a:ext cx="5527154" cy="477724"/>
            <a:chOff x="0" y="0"/>
            <a:chExt cx="7369539" cy="636966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816284" y="24986"/>
              <a:ext cx="6553255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Did you buy any souvenirs?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9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100153" y="7165153"/>
            <a:ext cx="5527154" cy="477724"/>
            <a:chOff x="0" y="0"/>
            <a:chExt cx="7369539" cy="636966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816284" y="24986"/>
              <a:ext cx="6553255" cy="548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560">
                  <a:solidFill>
                    <a:srgbClr val="4B2012"/>
                  </a:solidFill>
                  <a:latin typeface="Garet"/>
                  <a:ea typeface="Garet"/>
                  <a:cs typeface="Garet"/>
                  <a:sym typeface="Garet"/>
                </a:rPr>
                <a:t>Did you enjoy the trip? 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0">
              <a:off x="0" y="0"/>
              <a:ext cx="592848" cy="636966"/>
              <a:chOff x="0" y="0"/>
              <a:chExt cx="756503" cy="8128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756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6503">
                    <a:moveTo>
                      <a:pt x="378252" y="0"/>
                    </a:moveTo>
                    <a:cubicBezTo>
                      <a:pt x="169349" y="0"/>
                      <a:pt x="0" y="181951"/>
                      <a:pt x="0" y="406400"/>
                    </a:cubicBezTo>
                    <a:cubicBezTo>
                      <a:pt x="0" y="630849"/>
                      <a:pt x="169349" y="812800"/>
                      <a:pt x="378252" y="812800"/>
                    </a:cubicBezTo>
                    <a:cubicBezTo>
                      <a:pt x="587154" y="812800"/>
                      <a:pt x="756503" y="630849"/>
                      <a:pt x="756503" y="406400"/>
                    </a:cubicBezTo>
                    <a:cubicBezTo>
                      <a:pt x="756503" y="181951"/>
                      <a:pt x="587154" y="0"/>
                      <a:pt x="378252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70922" y="66675"/>
                <a:ext cx="614659" cy="669925"/>
              </a:xfrm>
              <a:prstGeom prst="rect">
                <a:avLst/>
              </a:prstGeom>
            </p:spPr>
            <p:txBody>
              <a:bodyPr anchor="ctr" rtlCol="false" tIns="43174" lIns="43174" bIns="43174" rIns="43174"/>
              <a:lstStyle/>
              <a:p>
                <a:pPr algn="ctr">
                  <a:lnSpc>
                    <a:spcPts val="3111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69690" y="100887"/>
              <a:ext cx="453468" cy="43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  <a:spcBef>
                  <a:spcPct val="0"/>
                </a:spcBef>
              </a:pPr>
              <a:r>
                <a:rPr lang="en-US" b="true" sz="2167">
                  <a:solidFill>
                    <a:srgbClr val="F9F0D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10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28700" y="1646664"/>
            <a:ext cx="16230600" cy="42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660" b="true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Work in pairs. Talk about your last trip. </a:t>
            </a:r>
            <a:r>
              <a:rPr lang="en-US" sz="2660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Use these questions to help you.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" y="1088499"/>
            <a:ext cx="6977463" cy="44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3131">
                <a:solidFill>
                  <a:srgbClr val="CC5A27"/>
                </a:solidFill>
                <a:latin typeface="Horizon"/>
                <a:ea typeface="Horizon"/>
                <a:cs typeface="Horizon"/>
                <a:sym typeface="Horizon"/>
              </a:rPr>
              <a:t>speaking practice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-1532868" y="3688565"/>
            <a:ext cx="6965885" cy="6623924"/>
          </a:xfrm>
          <a:custGeom>
            <a:avLst/>
            <a:gdLst/>
            <a:ahLst/>
            <a:cxnLst/>
            <a:rect r="r" b="b" t="t" l="l"/>
            <a:pathLst>
              <a:path h="6623924" w="6965885">
                <a:moveTo>
                  <a:pt x="0" y="0"/>
                </a:moveTo>
                <a:lnTo>
                  <a:pt x="6965886" y="0"/>
                </a:lnTo>
                <a:lnTo>
                  <a:pt x="6965886" y="6623923"/>
                </a:lnTo>
                <a:lnTo>
                  <a:pt x="0" y="6623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0777" y="914589"/>
            <a:ext cx="16626445" cy="9040630"/>
          </a:xfrm>
          <a:custGeom>
            <a:avLst/>
            <a:gdLst/>
            <a:ahLst/>
            <a:cxnLst/>
            <a:rect r="r" b="b" t="t" l="l"/>
            <a:pathLst>
              <a:path h="9040630" w="16626445">
                <a:moveTo>
                  <a:pt x="0" y="0"/>
                </a:moveTo>
                <a:lnTo>
                  <a:pt x="16626446" y="0"/>
                </a:lnTo>
                <a:lnTo>
                  <a:pt x="16626446" y="9040629"/>
                </a:lnTo>
                <a:lnTo>
                  <a:pt x="0" y="90406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12545" y="5889775"/>
            <a:ext cx="1304877" cy="1501428"/>
          </a:xfrm>
          <a:custGeom>
            <a:avLst/>
            <a:gdLst/>
            <a:ahLst/>
            <a:cxnLst/>
            <a:rect r="r" b="b" t="t" l="l"/>
            <a:pathLst>
              <a:path h="1501428" w="1304877">
                <a:moveTo>
                  <a:pt x="0" y="0"/>
                </a:moveTo>
                <a:lnTo>
                  <a:pt x="1304877" y="0"/>
                </a:lnTo>
                <a:lnTo>
                  <a:pt x="1304877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14348" y="5889775"/>
            <a:ext cx="1078298" cy="1501428"/>
          </a:xfrm>
          <a:custGeom>
            <a:avLst/>
            <a:gdLst/>
            <a:ahLst/>
            <a:cxnLst/>
            <a:rect r="r" b="b" t="t" l="l"/>
            <a:pathLst>
              <a:path h="1501428" w="1078298">
                <a:moveTo>
                  <a:pt x="0" y="0"/>
                </a:moveTo>
                <a:lnTo>
                  <a:pt x="1078297" y="0"/>
                </a:lnTo>
                <a:lnTo>
                  <a:pt x="1078297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10047" y="5889775"/>
            <a:ext cx="835340" cy="1501428"/>
          </a:xfrm>
          <a:custGeom>
            <a:avLst/>
            <a:gdLst/>
            <a:ahLst/>
            <a:cxnLst/>
            <a:rect r="r" b="b" t="t" l="l"/>
            <a:pathLst>
              <a:path h="1501428" w="835340">
                <a:moveTo>
                  <a:pt x="0" y="0"/>
                </a:moveTo>
                <a:lnTo>
                  <a:pt x="835340" y="0"/>
                </a:lnTo>
                <a:lnTo>
                  <a:pt x="835340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770616" y="5889775"/>
            <a:ext cx="1419531" cy="1501428"/>
          </a:xfrm>
          <a:custGeom>
            <a:avLst/>
            <a:gdLst/>
            <a:ahLst/>
            <a:cxnLst/>
            <a:rect r="r" b="b" t="t" l="l"/>
            <a:pathLst>
              <a:path h="1501428" w="1419531">
                <a:moveTo>
                  <a:pt x="0" y="0"/>
                </a:moveTo>
                <a:lnTo>
                  <a:pt x="1419531" y="0"/>
                </a:lnTo>
                <a:lnTo>
                  <a:pt x="1419531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537323" y="5889775"/>
            <a:ext cx="1635218" cy="1501428"/>
          </a:xfrm>
          <a:custGeom>
            <a:avLst/>
            <a:gdLst/>
            <a:ahLst/>
            <a:cxnLst/>
            <a:rect r="r" b="b" t="t" l="l"/>
            <a:pathLst>
              <a:path h="1501428" w="1635218">
                <a:moveTo>
                  <a:pt x="0" y="0"/>
                </a:moveTo>
                <a:lnTo>
                  <a:pt x="1635218" y="0"/>
                </a:lnTo>
                <a:lnTo>
                  <a:pt x="1635218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65287" y="5889775"/>
            <a:ext cx="1029160" cy="1501428"/>
          </a:xfrm>
          <a:custGeom>
            <a:avLst/>
            <a:gdLst/>
            <a:ahLst/>
            <a:cxnLst/>
            <a:rect r="r" b="b" t="t" l="l"/>
            <a:pathLst>
              <a:path h="1501428" w="1029160">
                <a:moveTo>
                  <a:pt x="0" y="0"/>
                </a:moveTo>
                <a:lnTo>
                  <a:pt x="1029160" y="0"/>
                </a:lnTo>
                <a:lnTo>
                  <a:pt x="1029160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01007" y="5889775"/>
            <a:ext cx="649709" cy="1501428"/>
          </a:xfrm>
          <a:custGeom>
            <a:avLst/>
            <a:gdLst/>
            <a:ahLst/>
            <a:cxnLst/>
            <a:rect r="r" b="b" t="t" l="l"/>
            <a:pathLst>
              <a:path h="1501428" w="649709">
                <a:moveTo>
                  <a:pt x="0" y="0"/>
                </a:moveTo>
                <a:lnTo>
                  <a:pt x="649709" y="0"/>
                </a:lnTo>
                <a:lnTo>
                  <a:pt x="649709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298355" y="5889775"/>
            <a:ext cx="982753" cy="1501428"/>
          </a:xfrm>
          <a:custGeom>
            <a:avLst/>
            <a:gdLst/>
            <a:ahLst/>
            <a:cxnLst/>
            <a:rect r="r" b="b" t="t" l="l"/>
            <a:pathLst>
              <a:path h="1501428" w="982753">
                <a:moveTo>
                  <a:pt x="0" y="0"/>
                </a:moveTo>
                <a:lnTo>
                  <a:pt x="982752" y="0"/>
                </a:lnTo>
                <a:lnTo>
                  <a:pt x="982752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138660" y="5889775"/>
            <a:ext cx="739794" cy="1501428"/>
          </a:xfrm>
          <a:custGeom>
            <a:avLst/>
            <a:gdLst/>
            <a:ahLst/>
            <a:cxnLst/>
            <a:rect r="r" b="b" t="t" l="l"/>
            <a:pathLst>
              <a:path h="1501428" w="739794">
                <a:moveTo>
                  <a:pt x="0" y="0"/>
                </a:moveTo>
                <a:lnTo>
                  <a:pt x="739795" y="0"/>
                </a:lnTo>
                <a:lnTo>
                  <a:pt x="739795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115459" y="5889775"/>
            <a:ext cx="603301" cy="1501428"/>
          </a:xfrm>
          <a:custGeom>
            <a:avLst/>
            <a:gdLst/>
            <a:ahLst/>
            <a:cxnLst/>
            <a:rect r="r" b="b" t="t" l="l"/>
            <a:pathLst>
              <a:path h="1501428" w="603301">
                <a:moveTo>
                  <a:pt x="0" y="0"/>
                </a:moveTo>
                <a:lnTo>
                  <a:pt x="603301" y="0"/>
                </a:lnTo>
                <a:lnTo>
                  <a:pt x="603301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165513" y="4039254"/>
            <a:ext cx="1364934" cy="1501428"/>
          </a:xfrm>
          <a:custGeom>
            <a:avLst/>
            <a:gdLst/>
            <a:ahLst/>
            <a:cxnLst/>
            <a:rect r="r" b="b" t="t" l="l"/>
            <a:pathLst>
              <a:path h="1501428" w="1364934">
                <a:moveTo>
                  <a:pt x="0" y="0"/>
                </a:moveTo>
                <a:lnTo>
                  <a:pt x="1364934" y="0"/>
                </a:lnTo>
                <a:lnTo>
                  <a:pt x="1364934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97764" y="4039254"/>
            <a:ext cx="1430451" cy="1501428"/>
          </a:xfrm>
          <a:custGeom>
            <a:avLst/>
            <a:gdLst/>
            <a:ahLst/>
            <a:cxnLst/>
            <a:rect r="r" b="b" t="t" l="l"/>
            <a:pathLst>
              <a:path h="1501428" w="1430451">
                <a:moveTo>
                  <a:pt x="0" y="0"/>
                </a:moveTo>
                <a:lnTo>
                  <a:pt x="1430450" y="0"/>
                </a:lnTo>
                <a:lnTo>
                  <a:pt x="1430450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15459" y="4039254"/>
            <a:ext cx="1628768" cy="1501428"/>
          </a:xfrm>
          <a:custGeom>
            <a:avLst/>
            <a:gdLst/>
            <a:ahLst/>
            <a:cxnLst/>
            <a:rect r="r" b="b" t="t" l="l"/>
            <a:pathLst>
              <a:path h="1501428" w="1628768">
                <a:moveTo>
                  <a:pt x="0" y="0"/>
                </a:moveTo>
                <a:lnTo>
                  <a:pt x="1628768" y="0"/>
                </a:lnTo>
                <a:lnTo>
                  <a:pt x="1628768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3881526" y="4039254"/>
            <a:ext cx="1578939" cy="1501428"/>
          </a:xfrm>
          <a:custGeom>
            <a:avLst/>
            <a:gdLst/>
            <a:ahLst/>
            <a:cxnLst/>
            <a:rect r="r" b="b" t="t" l="l"/>
            <a:pathLst>
              <a:path h="1501428" w="1578939">
                <a:moveTo>
                  <a:pt x="0" y="0"/>
                </a:moveTo>
                <a:lnTo>
                  <a:pt x="1578939" y="0"/>
                </a:lnTo>
                <a:lnTo>
                  <a:pt x="1578939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648952" y="4039254"/>
            <a:ext cx="1523589" cy="1501428"/>
          </a:xfrm>
          <a:custGeom>
            <a:avLst/>
            <a:gdLst/>
            <a:ahLst/>
            <a:cxnLst/>
            <a:rect r="r" b="b" t="t" l="l"/>
            <a:pathLst>
              <a:path h="1501428" w="1523589">
                <a:moveTo>
                  <a:pt x="0" y="0"/>
                </a:moveTo>
                <a:lnTo>
                  <a:pt x="1523589" y="0"/>
                </a:lnTo>
                <a:lnTo>
                  <a:pt x="1523589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89963" y="4039254"/>
            <a:ext cx="821690" cy="1501428"/>
          </a:xfrm>
          <a:custGeom>
            <a:avLst/>
            <a:gdLst/>
            <a:ahLst/>
            <a:cxnLst/>
            <a:rect r="r" b="b" t="t" l="l"/>
            <a:pathLst>
              <a:path h="1501428" w="821690">
                <a:moveTo>
                  <a:pt x="0" y="0"/>
                </a:moveTo>
                <a:lnTo>
                  <a:pt x="821690" y="0"/>
                </a:lnTo>
                <a:lnTo>
                  <a:pt x="821690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013081" y="4039254"/>
            <a:ext cx="1160194" cy="1501428"/>
          </a:xfrm>
          <a:custGeom>
            <a:avLst/>
            <a:gdLst/>
            <a:ahLst/>
            <a:cxnLst/>
            <a:rect r="r" b="b" t="t" l="l"/>
            <a:pathLst>
              <a:path h="1501428" w="1160194">
                <a:moveTo>
                  <a:pt x="0" y="0"/>
                </a:moveTo>
                <a:lnTo>
                  <a:pt x="1160194" y="0"/>
                </a:lnTo>
                <a:lnTo>
                  <a:pt x="1160194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67746" y="4039254"/>
            <a:ext cx="1149275" cy="1501428"/>
          </a:xfrm>
          <a:custGeom>
            <a:avLst/>
            <a:gdLst/>
            <a:ahLst/>
            <a:cxnLst/>
            <a:rect r="r" b="b" t="t" l="l"/>
            <a:pathLst>
              <a:path h="1501428" w="1149275">
                <a:moveTo>
                  <a:pt x="0" y="0"/>
                </a:moveTo>
                <a:lnTo>
                  <a:pt x="1149275" y="0"/>
                </a:lnTo>
                <a:lnTo>
                  <a:pt x="1149275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310574" y="4039254"/>
            <a:ext cx="1242090" cy="1501428"/>
          </a:xfrm>
          <a:custGeom>
            <a:avLst/>
            <a:gdLst/>
            <a:ahLst/>
            <a:cxnLst/>
            <a:rect r="r" b="b" t="t" l="l"/>
            <a:pathLst>
              <a:path h="1501428" w="1242090">
                <a:moveTo>
                  <a:pt x="0" y="0"/>
                </a:moveTo>
                <a:lnTo>
                  <a:pt x="1242090" y="0"/>
                </a:lnTo>
                <a:lnTo>
                  <a:pt x="1242090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954319" y="4040257"/>
            <a:ext cx="921463" cy="1499422"/>
          </a:xfrm>
          <a:custGeom>
            <a:avLst/>
            <a:gdLst/>
            <a:ahLst/>
            <a:cxnLst/>
            <a:rect r="r" b="b" t="t" l="l"/>
            <a:pathLst>
              <a:path h="1499422" w="921463">
                <a:moveTo>
                  <a:pt x="0" y="0"/>
                </a:moveTo>
                <a:lnTo>
                  <a:pt x="921463" y="0"/>
                </a:lnTo>
                <a:lnTo>
                  <a:pt x="921463" y="1499422"/>
                </a:lnTo>
                <a:lnTo>
                  <a:pt x="0" y="149942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920403" y="2188733"/>
            <a:ext cx="1745846" cy="1501428"/>
          </a:xfrm>
          <a:custGeom>
            <a:avLst/>
            <a:gdLst/>
            <a:ahLst/>
            <a:cxnLst/>
            <a:rect r="r" b="b" t="t" l="l"/>
            <a:pathLst>
              <a:path h="1501428" w="1745846">
                <a:moveTo>
                  <a:pt x="0" y="0"/>
                </a:moveTo>
                <a:lnTo>
                  <a:pt x="1745846" y="0"/>
                </a:lnTo>
                <a:lnTo>
                  <a:pt x="1745846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894005" y="2188733"/>
            <a:ext cx="1348555" cy="1501428"/>
          </a:xfrm>
          <a:custGeom>
            <a:avLst/>
            <a:gdLst/>
            <a:ahLst/>
            <a:cxnLst/>
            <a:rect r="r" b="b" t="t" l="l"/>
            <a:pathLst>
              <a:path h="1501428" w="1348555">
                <a:moveTo>
                  <a:pt x="0" y="0"/>
                </a:moveTo>
                <a:lnTo>
                  <a:pt x="1348555" y="0"/>
                </a:lnTo>
                <a:lnTo>
                  <a:pt x="1348555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285333" y="2188733"/>
            <a:ext cx="887207" cy="1501428"/>
          </a:xfrm>
          <a:custGeom>
            <a:avLst/>
            <a:gdLst/>
            <a:ahLst/>
            <a:cxnLst/>
            <a:rect r="r" b="b" t="t" l="l"/>
            <a:pathLst>
              <a:path h="1501428" w="887207">
                <a:moveTo>
                  <a:pt x="0" y="0"/>
                </a:moveTo>
                <a:lnTo>
                  <a:pt x="887208" y="0"/>
                </a:lnTo>
                <a:lnTo>
                  <a:pt x="887208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115459" y="2188733"/>
            <a:ext cx="1476859" cy="1501428"/>
          </a:xfrm>
          <a:custGeom>
            <a:avLst/>
            <a:gdLst/>
            <a:ahLst/>
            <a:cxnLst/>
            <a:rect r="r" b="b" t="t" l="l"/>
            <a:pathLst>
              <a:path h="1501428" w="1476859">
                <a:moveTo>
                  <a:pt x="0" y="0"/>
                </a:moveTo>
                <a:lnTo>
                  <a:pt x="1476859" y="0"/>
                </a:lnTo>
                <a:lnTo>
                  <a:pt x="1476859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446197" y="2188733"/>
            <a:ext cx="1323986" cy="1501428"/>
          </a:xfrm>
          <a:custGeom>
            <a:avLst/>
            <a:gdLst/>
            <a:ahLst/>
            <a:cxnLst/>
            <a:rect r="r" b="b" t="t" l="l"/>
            <a:pathLst>
              <a:path h="1501428" w="1323986">
                <a:moveTo>
                  <a:pt x="0" y="0"/>
                </a:moveTo>
                <a:lnTo>
                  <a:pt x="1323986" y="0"/>
                </a:lnTo>
                <a:lnTo>
                  <a:pt x="1323986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5544248" y="2188733"/>
            <a:ext cx="1839165" cy="1501428"/>
          </a:xfrm>
          <a:custGeom>
            <a:avLst/>
            <a:gdLst/>
            <a:ahLst/>
            <a:cxnLst/>
            <a:rect r="r" b="b" t="t" l="l"/>
            <a:pathLst>
              <a:path h="1501428" w="1839165">
                <a:moveTo>
                  <a:pt x="0" y="0"/>
                </a:moveTo>
                <a:lnTo>
                  <a:pt x="1839165" y="0"/>
                </a:lnTo>
                <a:lnTo>
                  <a:pt x="1839165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967936" y="2188733"/>
            <a:ext cx="1176573" cy="1501428"/>
          </a:xfrm>
          <a:custGeom>
            <a:avLst/>
            <a:gdLst/>
            <a:ahLst/>
            <a:cxnLst/>
            <a:rect r="r" b="b" t="t" l="l"/>
            <a:pathLst>
              <a:path h="1501428" w="1176573">
                <a:moveTo>
                  <a:pt x="0" y="0"/>
                </a:moveTo>
                <a:lnTo>
                  <a:pt x="1176573" y="0"/>
                </a:lnTo>
                <a:lnTo>
                  <a:pt x="1176573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4071870" y="2188733"/>
            <a:ext cx="911776" cy="1501428"/>
          </a:xfrm>
          <a:custGeom>
            <a:avLst/>
            <a:gdLst/>
            <a:ahLst/>
            <a:cxnLst/>
            <a:rect r="r" b="b" t="t" l="l"/>
            <a:pathLst>
              <a:path h="1501428" w="911776">
                <a:moveTo>
                  <a:pt x="0" y="0"/>
                </a:moveTo>
                <a:lnTo>
                  <a:pt x="911776" y="0"/>
                </a:lnTo>
                <a:lnTo>
                  <a:pt x="911776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685100" y="2188733"/>
            <a:ext cx="933615" cy="1501428"/>
          </a:xfrm>
          <a:custGeom>
            <a:avLst/>
            <a:gdLst/>
            <a:ahLst/>
            <a:cxnLst/>
            <a:rect r="r" b="b" t="t" l="l"/>
            <a:pathLst>
              <a:path h="1501428" w="933615">
                <a:moveTo>
                  <a:pt x="0" y="0"/>
                </a:moveTo>
                <a:lnTo>
                  <a:pt x="933615" y="0"/>
                </a:lnTo>
                <a:lnTo>
                  <a:pt x="933615" y="1501427"/>
                </a:lnTo>
                <a:lnTo>
                  <a:pt x="0" y="150142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027524" y="7880269"/>
            <a:ext cx="2170107" cy="1017978"/>
          </a:xfrm>
          <a:custGeom>
            <a:avLst/>
            <a:gdLst/>
            <a:ahLst/>
            <a:cxnLst/>
            <a:rect r="r" b="b" t="t" l="l"/>
            <a:pathLst>
              <a:path h="1017978" w="2170107">
                <a:moveTo>
                  <a:pt x="0" y="0"/>
                </a:moveTo>
                <a:lnTo>
                  <a:pt x="2170107" y="0"/>
                </a:lnTo>
                <a:lnTo>
                  <a:pt x="2170107" y="1017977"/>
                </a:lnTo>
                <a:lnTo>
                  <a:pt x="0" y="1017977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028650" y="7842048"/>
            <a:ext cx="1028754" cy="1094419"/>
          </a:xfrm>
          <a:custGeom>
            <a:avLst/>
            <a:gdLst/>
            <a:ahLst/>
            <a:cxnLst/>
            <a:rect r="r" b="b" t="t" l="l"/>
            <a:pathLst>
              <a:path h="1094419" w="1028754">
                <a:moveTo>
                  <a:pt x="0" y="0"/>
                </a:moveTo>
                <a:lnTo>
                  <a:pt x="1028754" y="0"/>
                </a:lnTo>
                <a:lnTo>
                  <a:pt x="1028754" y="1094419"/>
                </a:lnTo>
                <a:lnTo>
                  <a:pt x="0" y="1094419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274025" y="7842048"/>
            <a:ext cx="561139" cy="1094419"/>
          </a:xfrm>
          <a:custGeom>
            <a:avLst/>
            <a:gdLst/>
            <a:ahLst/>
            <a:cxnLst/>
            <a:rect r="r" b="b" t="t" l="l"/>
            <a:pathLst>
              <a:path h="1094419" w="561139">
                <a:moveTo>
                  <a:pt x="0" y="0"/>
                </a:moveTo>
                <a:lnTo>
                  <a:pt x="561139" y="0"/>
                </a:lnTo>
                <a:lnTo>
                  <a:pt x="561139" y="1094419"/>
                </a:lnTo>
                <a:lnTo>
                  <a:pt x="0" y="1094419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115459" y="7842048"/>
            <a:ext cx="965079" cy="1094419"/>
          </a:xfrm>
          <a:custGeom>
            <a:avLst/>
            <a:gdLst/>
            <a:ahLst/>
            <a:cxnLst/>
            <a:rect r="r" b="b" t="t" l="l"/>
            <a:pathLst>
              <a:path h="1094419" w="965079">
                <a:moveTo>
                  <a:pt x="0" y="0"/>
                </a:moveTo>
                <a:lnTo>
                  <a:pt x="965079" y="0"/>
                </a:lnTo>
                <a:lnTo>
                  <a:pt x="965079" y="1094419"/>
                </a:lnTo>
                <a:lnTo>
                  <a:pt x="0" y="1094419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075834" y="7941325"/>
            <a:ext cx="2096706" cy="895865"/>
          </a:xfrm>
          <a:custGeom>
            <a:avLst/>
            <a:gdLst/>
            <a:ahLst/>
            <a:cxnLst/>
            <a:rect r="r" b="b" t="t" l="l"/>
            <a:pathLst>
              <a:path h="895865" w="2096706">
                <a:moveTo>
                  <a:pt x="0" y="0"/>
                </a:moveTo>
                <a:lnTo>
                  <a:pt x="2096707" y="0"/>
                </a:lnTo>
                <a:lnTo>
                  <a:pt x="2096707" y="895865"/>
                </a:lnTo>
                <a:lnTo>
                  <a:pt x="0" y="895865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256583" y="7976744"/>
            <a:ext cx="2669204" cy="825027"/>
          </a:xfrm>
          <a:custGeom>
            <a:avLst/>
            <a:gdLst/>
            <a:ahLst/>
            <a:cxnLst/>
            <a:rect r="r" b="b" t="t" l="l"/>
            <a:pathLst>
              <a:path h="825027" w="2669204">
                <a:moveTo>
                  <a:pt x="0" y="0"/>
                </a:moveTo>
                <a:lnTo>
                  <a:pt x="2669204" y="0"/>
                </a:lnTo>
                <a:lnTo>
                  <a:pt x="2669204" y="825027"/>
                </a:lnTo>
                <a:lnTo>
                  <a:pt x="0" y="825027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391118" y="7857415"/>
            <a:ext cx="491229" cy="1063686"/>
          </a:xfrm>
          <a:custGeom>
            <a:avLst/>
            <a:gdLst/>
            <a:ahLst/>
            <a:cxnLst/>
            <a:rect r="r" b="b" t="t" l="l"/>
            <a:pathLst>
              <a:path h="1063686" w="491229">
                <a:moveTo>
                  <a:pt x="0" y="0"/>
                </a:moveTo>
                <a:lnTo>
                  <a:pt x="491230" y="0"/>
                </a:lnTo>
                <a:lnTo>
                  <a:pt x="491230" y="1063685"/>
                </a:lnTo>
                <a:lnTo>
                  <a:pt x="0" y="1063685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835036" y="7951622"/>
            <a:ext cx="1228060" cy="875272"/>
          </a:xfrm>
          <a:custGeom>
            <a:avLst/>
            <a:gdLst/>
            <a:ahLst/>
            <a:cxnLst/>
            <a:rect r="r" b="b" t="t" l="l"/>
            <a:pathLst>
              <a:path h="875272" w="1228060">
                <a:moveTo>
                  <a:pt x="0" y="0"/>
                </a:moveTo>
                <a:lnTo>
                  <a:pt x="1228060" y="0"/>
                </a:lnTo>
                <a:lnTo>
                  <a:pt x="1228060" y="875271"/>
                </a:lnTo>
                <a:lnTo>
                  <a:pt x="0" y="875271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119274" y="7923476"/>
            <a:ext cx="714763" cy="931564"/>
          </a:xfrm>
          <a:custGeom>
            <a:avLst/>
            <a:gdLst/>
            <a:ahLst/>
            <a:cxnLst/>
            <a:rect r="r" b="b" t="t" l="l"/>
            <a:pathLst>
              <a:path h="931564" w="714763">
                <a:moveTo>
                  <a:pt x="0" y="0"/>
                </a:moveTo>
                <a:lnTo>
                  <a:pt x="714763" y="0"/>
                </a:lnTo>
                <a:lnTo>
                  <a:pt x="714763" y="931563"/>
                </a:lnTo>
                <a:lnTo>
                  <a:pt x="0" y="931563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250891" y="7865204"/>
            <a:ext cx="390658" cy="1048107"/>
          </a:xfrm>
          <a:custGeom>
            <a:avLst/>
            <a:gdLst/>
            <a:ahLst/>
            <a:cxnLst/>
            <a:rect r="r" b="b" t="t" l="l"/>
            <a:pathLst>
              <a:path h="1048107" w="390658">
                <a:moveTo>
                  <a:pt x="0" y="0"/>
                </a:moveTo>
                <a:lnTo>
                  <a:pt x="390658" y="0"/>
                </a:lnTo>
                <a:lnTo>
                  <a:pt x="390658" y="1048107"/>
                </a:lnTo>
                <a:lnTo>
                  <a:pt x="0" y="1048107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6350716" y="790341"/>
            <a:ext cx="5586568" cy="683458"/>
            <a:chOff x="0" y="0"/>
            <a:chExt cx="7448758" cy="911278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7448758" cy="911278"/>
              <a:chOff x="0" y="0"/>
              <a:chExt cx="1723068" cy="21079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723068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1723068">
                    <a:moveTo>
                      <a:pt x="61978" y="0"/>
                    </a:moveTo>
                    <a:lnTo>
                      <a:pt x="1661091" y="0"/>
                    </a:lnTo>
                    <a:cubicBezTo>
                      <a:pt x="1695320" y="0"/>
                      <a:pt x="1723068" y="27748"/>
                      <a:pt x="1723068" y="61978"/>
                    </a:cubicBezTo>
                    <a:lnTo>
                      <a:pt x="1723068" y="148822"/>
                    </a:lnTo>
                    <a:cubicBezTo>
                      <a:pt x="1723068" y="183051"/>
                      <a:pt x="1695320" y="210799"/>
                      <a:pt x="1661091" y="210799"/>
                    </a:cubicBezTo>
                    <a:lnTo>
                      <a:pt x="61978" y="210799"/>
                    </a:lnTo>
                    <a:cubicBezTo>
                      <a:pt x="45540" y="210799"/>
                      <a:pt x="29776" y="204270"/>
                      <a:pt x="18153" y="192647"/>
                    </a:cubicBezTo>
                    <a:cubicBezTo>
                      <a:pt x="6530" y="181024"/>
                      <a:pt x="0" y="165259"/>
                      <a:pt x="0" y="148822"/>
                    </a:cubicBezTo>
                    <a:lnTo>
                      <a:pt x="0" y="61978"/>
                    </a:lnTo>
                    <a:cubicBezTo>
                      <a:pt x="0" y="27748"/>
                      <a:pt x="27748" y="0"/>
                      <a:pt x="61978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8575"/>
                <a:ext cx="1723068" cy="239374"/>
              </a:xfrm>
              <a:prstGeom prst="rect">
                <a:avLst/>
              </a:prstGeom>
            </p:spPr>
            <p:txBody>
              <a:bodyPr anchor="ctr" rtlCol="false" tIns="36858" lIns="36858" bIns="36858" rIns="36858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281972" y="-4236"/>
              <a:ext cx="6884814" cy="84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51"/>
                </a:lnSpc>
                <a:spcBef>
                  <a:spcPct val="0"/>
                </a:spcBef>
              </a:pPr>
              <a:r>
                <a:rPr lang="en-US" sz="3822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set:nAFZw85qVW4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3148" y="-360011"/>
            <a:ext cx="22619043" cy="11055057"/>
          </a:xfrm>
          <a:custGeom>
            <a:avLst/>
            <a:gdLst/>
            <a:ahLst/>
            <a:cxnLst/>
            <a:rect r="r" b="b" t="t" l="l"/>
            <a:pathLst>
              <a:path h="11055057" w="22619043">
                <a:moveTo>
                  <a:pt x="0" y="0"/>
                </a:moveTo>
                <a:lnTo>
                  <a:pt x="22619043" y="0"/>
                </a:lnTo>
                <a:lnTo>
                  <a:pt x="22619043" y="11055057"/>
                </a:lnTo>
                <a:lnTo>
                  <a:pt x="0" y="1105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17715" y="1437343"/>
            <a:ext cx="14452570" cy="7858585"/>
          </a:xfrm>
          <a:custGeom>
            <a:avLst/>
            <a:gdLst/>
            <a:ahLst/>
            <a:cxnLst/>
            <a:rect r="r" b="b" t="t" l="l"/>
            <a:pathLst>
              <a:path h="7858585" w="14452570">
                <a:moveTo>
                  <a:pt x="0" y="0"/>
                </a:moveTo>
                <a:lnTo>
                  <a:pt x="14452570" y="0"/>
                </a:lnTo>
                <a:lnTo>
                  <a:pt x="14452570" y="7858585"/>
                </a:lnTo>
                <a:lnTo>
                  <a:pt x="0" y="7858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350716" y="1095614"/>
            <a:ext cx="5586568" cy="683458"/>
            <a:chOff x="0" y="0"/>
            <a:chExt cx="7448758" cy="91127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448758" cy="911278"/>
              <a:chOff x="0" y="0"/>
              <a:chExt cx="1723068" cy="21079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23068" cy="210799"/>
              </a:xfrm>
              <a:custGeom>
                <a:avLst/>
                <a:gdLst/>
                <a:ahLst/>
                <a:cxnLst/>
                <a:rect r="r" b="b" t="t" l="l"/>
                <a:pathLst>
                  <a:path h="210799" w="1723068">
                    <a:moveTo>
                      <a:pt x="61978" y="0"/>
                    </a:moveTo>
                    <a:lnTo>
                      <a:pt x="1661091" y="0"/>
                    </a:lnTo>
                    <a:cubicBezTo>
                      <a:pt x="1695320" y="0"/>
                      <a:pt x="1723068" y="27748"/>
                      <a:pt x="1723068" y="61978"/>
                    </a:cubicBezTo>
                    <a:lnTo>
                      <a:pt x="1723068" y="148822"/>
                    </a:lnTo>
                    <a:cubicBezTo>
                      <a:pt x="1723068" y="183051"/>
                      <a:pt x="1695320" y="210799"/>
                      <a:pt x="1661091" y="210799"/>
                    </a:cubicBezTo>
                    <a:lnTo>
                      <a:pt x="61978" y="210799"/>
                    </a:lnTo>
                    <a:cubicBezTo>
                      <a:pt x="45540" y="210799"/>
                      <a:pt x="29776" y="204270"/>
                      <a:pt x="18153" y="192647"/>
                    </a:cubicBezTo>
                    <a:cubicBezTo>
                      <a:pt x="6530" y="181024"/>
                      <a:pt x="0" y="165259"/>
                      <a:pt x="0" y="148822"/>
                    </a:cubicBezTo>
                    <a:lnTo>
                      <a:pt x="0" y="61978"/>
                    </a:lnTo>
                    <a:cubicBezTo>
                      <a:pt x="0" y="27748"/>
                      <a:pt x="27748" y="0"/>
                      <a:pt x="61978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723068" cy="239374"/>
              </a:xfrm>
              <a:prstGeom prst="rect">
                <a:avLst/>
              </a:prstGeom>
            </p:spPr>
            <p:txBody>
              <a:bodyPr anchor="ctr" rtlCol="false" tIns="36858" lIns="36858" bIns="36858" rIns="36858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81972" y="-4236"/>
              <a:ext cx="6884814" cy="84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51"/>
                </a:lnSpc>
                <a:spcBef>
                  <a:spcPct val="0"/>
                </a:spcBef>
              </a:pPr>
              <a:r>
                <a:rPr lang="en-US" sz="3822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Colors &amp; Fonts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27916" y="2869446"/>
            <a:ext cx="1500606" cy="1500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201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94229" y="2869446"/>
            <a:ext cx="1500606" cy="150060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7331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60541" y="2869446"/>
            <a:ext cx="1500606" cy="15006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5A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6853" y="2869446"/>
            <a:ext cx="1500606" cy="150060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947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93166" y="2869446"/>
            <a:ext cx="1500606" cy="150060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4C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59478" y="2869446"/>
            <a:ext cx="1500606" cy="150060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CA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476560" y="5535395"/>
            <a:ext cx="9334881" cy="66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1"/>
              </a:lnSpc>
              <a:spcBef>
                <a:spcPct val="0"/>
              </a:spcBef>
            </a:pPr>
            <a:r>
              <a:rPr lang="en-US" sz="3747">
                <a:solidFill>
                  <a:srgbClr val="4B2012"/>
                </a:solidFill>
                <a:latin typeface="Horizon"/>
                <a:ea typeface="Horizon"/>
                <a:cs typeface="Horizon"/>
                <a:sym typeface="Horizon"/>
              </a:rPr>
              <a:t>Write your title here.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43066" y="7323263"/>
            <a:ext cx="7401868" cy="57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5"/>
              </a:lnSpc>
              <a:spcBef>
                <a:spcPct val="0"/>
              </a:spcBef>
            </a:pPr>
            <a:r>
              <a:rPr lang="en-US" b="true" sz="3571">
                <a:solidFill>
                  <a:srgbClr val="4B2012"/>
                </a:solidFill>
                <a:latin typeface="Garet Bold"/>
                <a:ea typeface="Garet Bold"/>
                <a:cs typeface="Garet Bold"/>
                <a:sym typeface="Garet Bold"/>
              </a:rPr>
              <a:t>Write your text here.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43066" y="8023678"/>
            <a:ext cx="7401868" cy="54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3"/>
              </a:lnSpc>
              <a:spcBef>
                <a:spcPct val="0"/>
              </a:spcBef>
            </a:pPr>
            <a:r>
              <a:rPr lang="en-US" sz="3271">
                <a:solidFill>
                  <a:srgbClr val="4B2012"/>
                </a:solidFill>
                <a:latin typeface="Garet"/>
                <a:ea typeface="Garet"/>
                <a:cs typeface="Garet"/>
                <a:sym typeface="Garet"/>
              </a:rPr>
              <a:t>Write your text here.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294229" y="6456201"/>
            <a:ext cx="7699543" cy="614098"/>
            <a:chOff x="0" y="0"/>
            <a:chExt cx="10266057" cy="81879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0266057" cy="818797"/>
              <a:chOff x="0" y="0"/>
              <a:chExt cx="2374774" cy="18940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374774" cy="189407"/>
              </a:xfrm>
              <a:custGeom>
                <a:avLst/>
                <a:gdLst/>
                <a:ahLst/>
                <a:cxnLst/>
                <a:rect r="r" b="b" t="t" l="l"/>
                <a:pathLst>
                  <a:path h="189407" w="2374774">
                    <a:moveTo>
                      <a:pt x="44969" y="0"/>
                    </a:moveTo>
                    <a:lnTo>
                      <a:pt x="2329805" y="0"/>
                    </a:lnTo>
                    <a:cubicBezTo>
                      <a:pt x="2341732" y="0"/>
                      <a:pt x="2353170" y="4738"/>
                      <a:pt x="2361603" y="13171"/>
                    </a:cubicBezTo>
                    <a:cubicBezTo>
                      <a:pt x="2370036" y="21604"/>
                      <a:pt x="2374774" y="33043"/>
                      <a:pt x="2374774" y="44969"/>
                    </a:cubicBezTo>
                    <a:lnTo>
                      <a:pt x="2374774" y="144437"/>
                    </a:lnTo>
                    <a:cubicBezTo>
                      <a:pt x="2374774" y="169273"/>
                      <a:pt x="2354641" y="189407"/>
                      <a:pt x="2329805" y="189407"/>
                    </a:cubicBezTo>
                    <a:lnTo>
                      <a:pt x="44969" y="189407"/>
                    </a:lnTo>
                    <a:cubicBezTo>
                      <a:pt x="20133" y="189407"/>
                      <a:pt x="0" y="169273"/>
                      <a:pt x="0" y="144437"/>
                    </a:cubicBezTo>
                    <a:lnTo>
                      <a:pt x="0" y="44969"/>
                    </a:lnTo>
                    <a:cubicBezTo>
                      <a:pt x="0" y="20133"/>
                      <a:pt x="20133" y="0"/>
                      <a:pt x="44969" y="0"/>
                    </a:cubicBezTo>
                    <a:close/>
                  </a:path>
                </a:pathLst>
              </a:custGeom>
              <a:solidFill>
                <a:srgbClr val="CC5A27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2374774" cy="217982"/>
              </a:xfrm>
              <a:prstGeom prst="rect">
                <a:avLst/>
              </a:prstGeom>
            </p:spPr>
            <p:txBody>
              <a:bodyPr anchor="ctr" rtlCol="false" tIns="36858" lIns="36858" bIns="36858" rIns="36858"/>
              <a:lstStyle/>
              <a:p>
                <a:pPr algn="ctr">
                  <a:lnSpc>
                    <a:spcPts val="2294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88620" y="5289"/>
              <a:ext cx="9488817" cy="74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1"/>
                </a:lnSpc>
                <a:spcBef>
                  <a:spcPct val="0"/>
                </a:spcBef>
              </a:pPr>
              <a:r>
                <a:rPr lang="en-US" sz="3322">
                  <a:solidFill>
                    <a:srgbClr val="F9F0D3"/>
                  </a:solidFill>
                  <a:latin typeface="Garet"/>
                  <a:ea typeface="Garet"/>
                  <a:cs typeface="Garet"/>
                  <a:sym typeface="Garet"/>
                </a:rPr>
                <a:t>Write your subheading here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DAHWsqM8SNE</dc:identifier>
  <dcterms:modified xsi:type="dcterms:W3CDTF">2011-08-01T06:04:30Z</dcterms:modified>
  <cp:revision>1</cp:revision>
  <dc:title>Past Simple To Talk About Holidays Presentation</dc:title>
</cp:coreProperties>
</file>