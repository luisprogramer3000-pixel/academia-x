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Montserrat" charset="1" panose="00000500000000000000"/>
      <p:regular r:id="rId19"/>
    </p:embeddedFont>
    <p:embeddedFont>
      <p:font typeface="Gliker Expanded Heavy" charset="1" panose="00000A05000000000000"/>
      <p:regular r:id="rId20"/>
    </p:embeddedFont>
    <p:embeddedFont>
      <p:font typeface="Montserrat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63774" y="51435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683875">
            <a:off x="-2962048" y="4815121"/>
            <a:ext cx="9531714" cy="10417174"/>
          </a:xfrm>
          <a:custGeom>
            <a:avLst/>
            <a:gdLst/>
            <a:ahLst/>
            <a:cxnLst/>
            <a:rect r="r" b="b" t="t" l="l"/>
            <a:pathLst>
              <a:path h="10417174" w="9531714">
                <a:moveTo>
                  <a:pt x="0" y="0"/>
                </a:moveTo>
                <a:lnTo>
                  <a:pt x="9531714" y="0"/>
                </a:lnTo>
                <a:lnTo>
                  <a:pt x="9531714" y="10417174"/>
                </a:lnTo>
                <a:lnTo>
                  <a:pt x="0" y="104171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49088" y="7229475"/>
            <a:ext cx="7189825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with Ms. Chiaki Sato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612866" y="6248027"/>
            <a:ext cx="6807473" cy="4282520"/>
          </a:xfrm>
          <a:custGeom>
            <a:avLst/>
            <a:gdLst/>
            <a:ahLst/>
            <a:cxnLst/>
            <a:rect r="r" b="b" t="t" l="l"/>
            <a:pathLst>
              <a:path h="4282520" w="6807473">
                <a:moveTo>
                  <a:pt x="0" y="0"/>
                </a:moveTo>
                <a:lnTo>
                  <a:pt x="6807474" y="0"/>
                </a:lnTo>
                <a:lnTo>
                  <a:pt x="6807474" y="4282519"/>
                </a:lnTo>
                <a:lnTo>
                  <a:pt x="0" y="42825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83518" y="6248027"/>
            <a:ext cx="5904482" cy="4734321"/>
          </a:xfrm>
          <a:custGeom>
            <a:avLst/>
            <a:gdLst/>
            <a:ahLst/>
            <a:cxnLst/>
            <a:rect r="r" b="b" t="t" l="l"/>
            <a:pathLst>
              <a:path h="4734321" w="5904482">
                <a:moveTo>
                  <a:pt x="0" y="0"/>
                </a:moveTo>
                <a:lnTo>
                  <a:pt x="5904482" y="0"/>
                </a:lnTo>
                <a:lnTo>
                  <a:pt x="5904482" y="4734320"/>
                </a:lnTo>
                <a:lnTo>
                  <a:pt x="0" y="47343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31811" y="-36541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32427" y="3185832"/>
            <a:ext cx="12464702" cy="399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9"/>
              </a:lnSpc>
            </a:pPr>
            <a:r>
              <a:rPr lang="en-US" sz="99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PAST PERFECT CONTINUOUS TENSE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90871" y="1864366"/>
            <a:ext cx="12706258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English Grammar Guide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2581094" y="-4700621"/>
            <a:ext cx="9356411" cy="7543607"/>
          </a:xfrm>
          <a:custGeom>
            <a:avLst/>
            <a:gdLst/>
            <a:ahLst/>
            <a:cxnLst/>
            <a:rect r="r" b="b" t="t" l="l"/>
            <a:pathLst>
              <a:path h="7543607" w="9356411">
                <a:moveTo>
                  <a:pt x="0" y="0"/>
                </a:moveTo>
                <a:lnTo>
                  <a:pt x="9356412" y="0"/>
                </a:lnTo>
                <a:lnTo>
                  <a:pt x="9356412" y="7543606"/>
                </a:lnTo>
                <a:lnTo>
                  <a:pt x="0" y="75436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64800"/>
            <a:ext cx="1290354" cy="994388"/>
          </a:xfrm>
          <a:custGeom>
            <a:avLst/>
            <a:gdLst/>
            <a:ahLst/>
            <a:cxnLst/>
            <a:rect r="r" b="b" t="t" l="l"/>
            <a:pathLst>
              <a:path h="994388" w="1290354">
                <a:moveTo>
                  <a:pt x="0" y="0"/>
                </a:moveTo>
                <a:lnTo>
                  <a:pt x="1290354" y="0"/>
                </a:lnTo>
                <a:lnTo>
                  <a:pt x="1290354" y="994389"/>
                </a:lnTo>
                <a:lnTo>
                  <a:pt x="0" y="994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12942" t="0" r="-204053" b="-32203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212396"/>
            <a:ext cx="1290354" cy="994388"/>
          </a:xfrm>
          <a:custGeom>
            <a:avLst/>
            <a:gdLst/>
            <a:ahLst/>
            <a:cxnLst/>
            <a:rect r="r" b="b" t="t" l="l"/>
            <a:pathLst>
              <a:path h="994388" w="1290354">
                <a:moveTo>
                  <a:pt x="0" y="0"/>
                </a:moveTo>
                <a:lnTo>
                  <a:pt x="1290354" y="0"/>
                </a:lnTo>
                <a:lnTo>
                  <a:pt x="1290354" y="994389"/>
                </a:lnTo>
                <a:lnTo>
                  <a:pt x="0" y="9943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12942" t="0" r="-204053" b="-32203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19054" y="5492761"/>
            <a:ext cx="7211883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We'll uncover the rules for crafting sentences in the past perfect continuous tense with practical examples.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39121" y="6623149"/>
            <a:ext cx="1290354" cy="994388"/>
          </a:xfrm>
          <a:custGeom>
            <a:avLst/>
            <a:gdLst/>
            <a:ahLst/>
            <a:cxnLst/>
            <a:rect r="r" b="b" t="t" l="l"/>
            <a:pathLst>
              <a:path h="994388" w="1290354">
                <a:moveTo>
                  <a:pt x="0" y="0"/>
                </a:moveTo>
                <a:lnTo>
                  <a:pt x="1290354" y="0"/>
                </a:lnTo>
                <a:lnTo>
                  <a:pt x="1290354" y="994388"/>
                </a:lnTo>
                <a:lnTo>
                  <a:pt x="0" y="994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12942" t="0" r="-204053" b="-32203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683875">
            <a:off x="13142826" y="-2589981"/>
            <a:ext cx="9531714" cy="10417174"/>
          </a:xfrm>
          <a:custGeom>
            <a:avLst/>
            <a:gdLst/>
            <a:ahLst/>
            <a:cxnLst/>
            <a:rect r="r" b="b" t="t" l="l"/>
            <a:pathLst>
              <a:path h="10417174" w="9531714">
                <a:moveTo>
                  <a:pt x="0" y="0"/>
                </a:moveTo>
                <a:lnTo>
                  <a:pt x="9531714" y="0"/>
                </a:lnTo>
                <a:lnTo>
                  <a:pt x="9531714" y="10417175"/>
                </a:lnTo>
                <a:lnTo>
                  <a:pt x="0" y="10417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54194" y="2510232"/>
            <a:ext cx="7233806" cy="7989143"/>
          </a:xfrm>
          <a:custGeom>
            <a:avLst/>
            <a:gdLst/>
            <a:ahLst/>
            <a:cxnLst/>
            <a:rect r="r" b="b" t="t" l="l"/>
            <a:pathLst>
              <a:path h="7989143" w="7233806">
                <a:moveTo>
                  <a:pt x="0" y="0"/>
                </a:moveTo>
                <a:lnTo>
                  <a:pt x="7233806" y="0"/>
                </a:lnTo>
                <a:lnTo>
                  <a:pt x="7233806" y="7989143"/>
                </a:lnTo>
                <a:lnTo>
                  <a:pt x="0" y="7989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9121" y="1095375"/>
            <a:ext cx="12611444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LEARNING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9054" y="2016025"/>
            <a:ext cx="8481394" cy="97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  <a:spcBef>
                <a:spcPct val="0"/>
              </a:spcBef>
            </a:pPr>
            <a:r>
              <a:rPr lang="en-US" sz="27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Understand the concept of Past Perfect Continuous Tense.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9054" y="3078830"/>
            <a:ext cx="7211883" cy="118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this presentation, we'll delve into the Past Perfect Continuous Tense and its relevance in daily life.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19054" y="4429957"/>
            <a:ext cx="8481394" cy="97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  <a:spcBef>
                <a:spcPct val="0"/>
              </a:spcBef>
            </a:pPr>
            <a:r>
              <a:rPr lang="en-US" sz="27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Learn how to form sentences in the past perfect continuous tense.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29475" y="6840709"/>
            <a:ext cx="8481394" cy="97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7"/>
              </a:lnSpc>
              <a:spcBef>
                <a:spcPct val="0"/>
              </a:spcBef>
            </a:pPr>
            <a:r>
              <a:rPr lang="en-US" sz="27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Practice using Past Perfect Continuous Tense in real-life situations.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29475" y="7903514"/>
            <a:ext cx="7211883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You'll have opportunities to apply this tense in various everyday scenarios.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259175" y="-14961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3485">
            <a:off x="-5091902" y="4135401"/>
            <a:ext cx="14298604" cy="11528249"/>
          </a:xfrm>
          <a:custGeom>
            <a:avLst/>
            <a:gdLst/>
            <a:ahLst/>
            <a:cxnLst/>
            <a:rect r="r" b="b" t="t" l="l"/>
            <a:pathLst>
              <a:path h="11528249" w="14298604">
                <a:moveTo>
                  <a:pt x="0" y="0"/>
                </a:moveTo>
                <a:lnTo>
                  <a:pt x="14298604" y="0"/>
                </a:lnTo>
                <a:lnTo>
                  <a:pt x="14298604" y="11528250"/>
                </a:lnTo>
                <a:lnTo>
                  <a:pt x="0" y="1152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4908" y="2439960"/>
            <a:ext cx="7033898" cy="8266333"/>
          </a:xfrm>
          <a:custGeom>
            <a:avLst/>
            <a:gdLst/>
            <a:ahLst/>
            <a:cxnLst/>
            <a:rect r="r" b="b" t="t" l="l"/>
            <a:pathLst>
              <a:path h="8266333" w="7033898">
                <a:moveTo>
                  <a:pt x="0" y="0"/>
                </a:moveTo>
                <a:lnTo>
                  <a:pt x="7033898" y="0"/>
                </a:lnTo>
                <a:lnTo>
                  <a:pt x="7033898" y="8266333"/>
                </a:lnTo>
                <a:lnTo>
                  <a:pt x="0" y="8266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244121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31652" y="831532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08990" y="2590585"/>
            <a:ext cx="10650310" cy="134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DEMYSTIFYING THE PAST PERFECT CONTINUOUS TENSE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83389" y="4179978"/>
            <a:ext cx="8235289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Past Perfect Continuous Tense is used to describe actions that were ongoing in the past and had a duration before something else happened.</a:t>
            </a:r>
          </a:p>
          <a:p>
            <a:pPr algn="ctr" marL="0" indent="0" lvl="1">
              <a:lnSpc>
                <a:spcPts val="3220"/>
              </a:lnSpc>
              <a:spcBef>
                <a:spcPct val="0"/>
              </a:spcBef>
            </a:pPr>
          </a:p>
          <a:p>
            <a:pPr algn="ctr" marL="0" indent="0" lvl="1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is formed using "had been" + the base form of the verb + "-ing."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53784" y="3773531"/>
            <a:ext cx="8664166" cy="1197674"/>
            <a:chOff x="0" y="0"/>
            <a:chExt cx="2281920" cy="3154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1920" cy="315437"/>
            </a:xfrm>
            <a:custGeom>
              <a:avLst/>
              <a:gdLst/>
              <a:ahLst/>
              <a:cxnLst/>
              <a:rect r="r" b="b" t="t" l="l"/>
              <a:pathLst>
                <a:path h="315437" w="2281920">
                  <a:moveTo>
                    <a:pt x="45571" y="0"/>
                  </a:moveTo>
                  <a:lnTo>
                    <a:pt x="2236349" y="0"/>
                  </a:lnTo>
                  <a:cubicBezTo>
                    <a:pt x="2261517" y="0"/>
                    <a:pt x="2281920" y="20403"/>
                    <a:pt x="2281920" y="45571"/>
                  </a:cubicBezTo>
                  <a:lnTo>
                    <a:pt x="2281920" y="269865"/>
                  </a:lnTo>
                  <a:cubicBezTo>
                    <a:pt x="2281920" y="281952"/>
                    <a:pt x="2277119" y="293543"/>
                    <a:pt x="2268573" y="302089"/>
                  </a:cubicBezTo>
                  <a:cubicBezTo>
                    <a:pt x="2260026" y="310635"/>
                    <a:pt x="2248435" y="315437"/>
                    <a:pt x="2236349" y="315437"/>
                  </a:cubicBezTo>
                  <a:lnTo>
                    <a:pt x="45571" y="315437"/>
                  </a:lnTo>
                  <a:cubicBezTo>
                    <a:pt x="33485" y="315437"/>
                    <a:pt x="21894" y="310635"/>
                    <a:pt x="13348" y="302089"/>
                  </a:cubicBezTo>
                  <a:cubicBezTo>
                    <a:pt x="4801" y="293543"/>
                    <a:pt x="0" y="281952"/>
                    <a:pt x="0" y="269865"/>
                  </a:cubicBezTo>
                  <a:lnTo>
                    <a:pt x="0" y="45571"/>
                  </a:lnTo>
                  <a:cubicBezTo>
                    <a:pt x="0" y="33485"/>
                    <a:pt x="4801" y="21894"/>
                    <a:pt x="13348" y="13348"/>
                  </a:cubicBezTo>
                  <a:cubicBezTo>
                    <a:pt x="21894" y="4801"/>
                    <a:pt x="33485" y="0"/>
                    <a:pt x="45571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81920" cy="363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01956" y="7716492"/>
            <a:ext cx="10367822" cy="1258519"/>
            <a:chOff x="0" y="0"/>
            <a:chExt cx="2730620" cy="3314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0620" cy="331462"/>
            </a:xfrm>
            <a:custGeom>
              <a:avLst/>
              <a:gdLst/>
              <a:ahLst/>
              <a:cxnLst/>
              <a:rect r="r" b="b" t="t" l="l"/>
              <a:pathLst>
                <a:path h="331462" w="2730620">
                  <a:moveTo>
                    <a:pt x="38083" y="0"/>
                  </a:moveTo>
                  <a:lnTo>
                    <a:pt x="2692537" y="0"/>
                  </a:lnTo>
                  <a:cubicBezTo>
                    <a:pt x="2702637" y="0"/>
                    <a:pt x="2712324" y="4012"/>
                    <a:pt x="2719466" y="11154"/>
                  </a:cubicBezTo>
                  <a:cubicBezTo>
                    <a:pt x="2726607" y="18296"/>
                    <a:pt x="2730620" y="27983"/>
                    <a:pt x="2730620" y="38083"/>
                  </a:cubicBezTo>
                  <a:lnTo>
                    <a:pt x="2730620" y="293379"/>
                  </a:lnTo>
                  <a:cubicBezTo>
                    <a:pt x="2730620" y="303479"/>
                    <a:pt x="2726607" y="313166"/>
                    <a:pt x="2719466" y="320307"/>
                  </a:cubicBezTo>
                  <a:cubicBezTo>
                    <a:pt x="2712324" y="327449"/>
                    <a:pt x="2702637" y="331462"/>
                    <a:pt x="2692537" y="331462"/>
                  </a:cubicBezTo>
                  <a:lnTo>
                    <a:pt x="38083" y="331462"/>
                  </a:lnTo>
                  <a:cubicBezTo>
                    <a:pt x="27983" y="331462"/>
                    <a:pt x="18296" y="327449"/>
                    <a:pt x="11154" y="320307"/>
                  </a:cubicBezTo>
                  <a:cubicBezTo>
                    <a:pt x="4012" y="313166"/>
                    <a:pt x="0" y="303479"/>
                    <a:pt x="0" y="293379"/>
                  </a:cubicBezTo>
                  <a:lnTo>
                    <a:pt x="0" y="38083"/>
                  </a:lnTo>
                  <a:cubicBezTo>
                    <a:pt x="0" y="27983"/>
                    <a:pt x="4012" y="18296"/>
                    <a:pt x="11154" y="11154"/>
                  </a:cubicBezTo>
                  <a:cubicBezTo>
                    <a:pt x="18296" y="4012"/>
                    <a:pt x="27983" y="0"/>
                    <a:pt x="3808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30620" cy="379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26039" y="5727074"/>
            <a:ext cx="10367822" cy="1258519"/>
            <a:chOff x="0" y="0"/>
            <a:chExt cx="2730620" cy="3314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0620" cy="331462"/>
            </a:xfrm>
            <a:custGeom>
              <a:avLst/>
              <a:gdLst/>
              <a:ahLst/>
              <a:cxnLst/>
              <a:rect r="r" b="b" t="t" l="l"/>
              <a:pathLst>
                <a:path h="331462" w="2730620">
                  <a:moveTo>
                    <a:pt x="38083" y="0"/>
                  </a:moveTo>
                  <a:lnTo>
                    <a:pt x="2692537" y="0"/>
                  </a:lnTo>
                  <a:cubicBezTo>
                    <a:pt x="2702637" y="0"/>
                    <a:pt x="2712324" y="4012"/>
                    <a:pt x="2719466" y="11154"/>
                  </a:cubicBezTo>
                  <a:cubicBezTo>
                    <a:pt x="2726607" y="18296"/>
                    <a:pt x="2730620" y="27983"/>
                    <a:pt x="2730620" y="38083"/>
                  </a:cubicBezTo>
                  <a:lnTo>
                    <a:pt x="2730620" y="293379"/>
                  </a:lnTo>
                  <a:cubicBezTo>
                    <a:pt x="2730620" y="303479"/>
                    <a:pt x="2726607" y="313166"/>
                    <a:pt x="2719466" y="320307"/>
                  </a:cubicBezTo>
                  <a:cubicBezTo>
                    <a:pt x="2712324" y="327449"/>
                    <a:pt x="2702637" y="331462"/>
                    <a:pt x="2692537" y="331462"/>
                  </a:cubicBezTo>
                  <a:lnTo>
                    <a:pt x="38083" y="331462"/>
                  </a:lnTo>
                  <a:cubicBezTo>
                    <a:pt x="27983" y="331462"/>
                    <a:pt x="18296" y="327449"/>
                    <a:pt x="11154" y="320307"/>
                  </a:cubicBezTo>
                  <a:cubicBezTo>
                    <a:pt x="4012" y="313166"/>
                    <a:pt x="0" y="303479"/>
                    <a:pt x="0" y="293379"/>
                  </a:cubicBezTo>
                  <a:lnTo>
                    <a:pt x="0" y="38083"/>
                  </a:lnTo>
                  <a:cubicBezTo>
                    <a:pt x="0" y="27983"/>
                    <a:pt x="4012" y="18296"/>
                    <a:pt x="11154" y="11154"/>
                  </a:cubicBezTo>
                  <a:cubicBezTo>
                    <a:pt x="18296" y="4012"/>
                    <a:pt x="27983" y="0"/>
                    <a:pt x="38083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730620" cy="379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4363230" y="2638266"/>
            <a:ext cx="9211428" cy="7436135"/>
          </a:xfrm>
          <a:custGeom>
            <a:avLst/>
            <a:gdLst/>
            <a:ahLst/>
            <a:cxnLst/>
            <a:rect r="r" b="b" t="t" l="l"/>
            <a:pathLst>
              <a:path h="7436135" w="9211428">
                <a:moveTo>
                  <a:pt x="0" y="0"/>
                </a:moveTo>
                <a:lnTo>
                  <a:pt x="9211428" y="0"/>
                </a:lnTo>
                <a:lnTo>
                  <a:pt x="9211428" y="7436135"/>
                </a:lnTo>
                <a:lnTo>
                  <a:pt x="0" y="74361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46286" y="3443980"/>
            <a:ext cx="9143657" cy="7381425"/>
          </a:xfrm>
          <a:custGeom>
            <a:avLst/>
            <a:gdLst/>
            <a:ahLst/>
            <a:cxnLst/>
            <a:rect r="r" b="b" t="t" l="l"/>
            <a:pathLst>
              <a:path h="7381425" w="9143657">
                <a:moveTo>
                  <a:pt x="0" y="0"/>
                </a:moveTo>
                <a:lnTo>
                  <a:pt x="9143657" y="0"/>
                </a:lnTo>
                <a:lnTo>
                  <a:pt x="9143657" y="7381425"/>
                </a:lnTo>
                <a:lnTo>
                  <a:pt x="0" y="7381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99488" y="923824"/>
            <a:ext cx="12889023" cy="134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CRAFTING THE PAST PERFECT CONTINUOUS TENSE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99657" y="9079785"/>
            <a:ext cx="7888686" cy="39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Had they been playing tennis?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91554" y="8064740"/>
            <a:ext cx="6198651" cy="50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sz="29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Had</a:t>
            </a:r>
            <a:r>
              <a:rPr lang="en-US" b="true" sz="299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+ S + Been + V-Ing?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72884" y="4108732"/>
            <a:ext cx="6801445" cy="50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Subject + Had been + V-ing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23190" y="6118771"/>
            <a:ext cx="8841620" cy="504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Subject + Had Not / Hadn’t + Been + V-Ing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27402" y="5114080"/>
            <a:ext cx="6233196" cy="39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They had been playing tennis.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88178" y="7137993"/>
            <a:ext cx="7711645" cy="39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They Hadn’t been playing tennis.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40132" y="3860979"/>
            <a:ext cx="616877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6B220"/>
                </a:solidFill>
                <a:latin typeface="Gliker Expanded Heavy"/>
                <a:ea typeface="Gliker Expanded Heavy"/>
                <a:cs typeface="Gliker Expanded Heavy"/>
                <a:sym typeface="Gliker Expanded Heavy"/>
              </a:rPr>
              <a:t>+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36907" y="5778824"/>
            <a:ext cx="616877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6B220"/>
                </a:solidFill>
                <a:latin typeface="Gliker Expanded Heavy"/>
                <a:ea typeface="Gliker Expanded Heavy"/>
                <a:cs typeface="Gliker Expanded Heavy"/>
                <a:sym typeface="Gliker Expanded Heavy"/>
              </a:rPr>
              <a:t>-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18963" y="7764117"/>
            <a:ext cx="616877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6B220"/>
                </a:solidFill>
                <a:latin typeface="Gliker Expanded Heavy"/>
                <a:ea typeface="Gliker Expanded Heavy"/>
                <a:cs typeface="Gliker Expanded Heavy"/>
                <a:sym typeface="Gliker Expanded Heavy"/>
              </a:rPr>
              <a:t>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43003" y="2506452"/>
            <a:ext cx="12485727" cy="97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 form the Past Perfect Continuous Tense, use "had been" followed by the base form of the verb + "-ing."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710000">
            <a:off x="1783652" y="3544950"/>
            <a:ext cx="1848085" cy="1424194"/>
          </a:xfrm>
          <a:custGeom>
            <a:avLst/>
            <a:gdLst/>
            <a:ahLst/>
            <a:cxnLst/>
            <a:rect r="r" b="b" t="t" l="l"/>
            <a:pathLst>
              <a:path h="1424194" w="1848085">
                <a:moveTo>
                  <a:pt x="0" y="0"/>
                </a:moveTo>
                <a:lnTo>
                  <a:pt x="1848085" y="0"/>
                </a:lnTo>
                <a:lnTo>
                  <a:pt x="1848085" y="1424194"/>
                </a:lnTo>
                <a:lnTo>
                  <a:pt x="0" y="1424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2942" t="0" r="-204053" b="-322039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2057400" y="-21240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230600" y="-212407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708977">
            <a:off x="-4140186" y="4219664"/>
            <a:ext cx="12569639" cy="13737310"/>
          </a:xfrm>
          <a:custGeom>
            <a:avLst/>
            <a:gdLst/>
            <a:ahLst/>
            <a:cxnLst/>
            <a:rect r="r" b="b" t="t" l="l"/>
            <a:pathLst>
              <a:path h="13737310" w="12569639">
                <a:moveTo>
                  <a:pt x="0" y="0"/>
                </a:moveTo>
                <a:lnTo>
                  <a:pt x="12569638" y="0"/>
                </a:lnTo>
                <a:lnTo>
                  <a:pt x="12569638" y="13737310"/>
                </a:lnTo>
                <a:lnTo>
                  <a:pt x="0" y="1373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43090" y="4549942"/>
            <a:ext cx="13601821" cy="1760187"/>
            <a:chOff x="0" y="0"/>
            <a:chExt cx="3582373" cy="4635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82372" cy="463588"/>
            </a:xfrm>
            <a:custGeom>
              <a:avLst/>
              <a:gdLst/>
              <a:ahLst/>
              <a:cxnLst/>
              <a:rect r="r" b="b" t="t" l="l"/>
              <a:pathLst>
                <a:path h="463588" w="3582372">
                  <a:moveTo>
                    <a:pt x="29028" y="0"/>
                  </a:moveTo>
                  <a:lnTo>
                    <a:pt x="3553344" y="0"/>
                  </a:lnTo>
                  <a:cubicBezTo>
                    <a:pt x="3569376" y="0"/>
                    <a:pt x="3582372" y="12996"/>
                    <a:pt x="3582372" y="29028"/>
                  </a:cubicBezTo>
                  <a:lnTo>
                    <a:pt x="3582372" y="434560"/>
                  </a:lnTo>
                  <a:cubicBezTo>
                    <a:pt x="3582372" y="450592"/>
                    <a:pt x="3569376" y="463588"/>
                    <a:pt x="3553344" y="463588"/>
                  </a:cubicBezTo>
                  <a:lnTo>
                    <a:pt x="29028" y="463588"/>
                  </a:lnTo>
                  <a:cubicBezTo>
                    <a:pt x="21330" y="463588"/>
                    <a:pt x="13946" y="460530"/>
                    <a:pt x="8502" y="455086"/>
                  </a:cubicBezTo>
                  <a:cubicBezTo>
                    <a:pt x="3058" y="449642"/>
                    <a:pt x="0" y="442259"/>
                    <a:pt x="0" y="434560"/>
                  </a:cubicBezTo>
                  <a:lnTo>
                    <a:pt x="0" y="29028"/>
                  </a:lnTo>
                  <a:cubicBezTo>
                    <a:pt x="0" y="21330"/>
                    <a:pt x="3058" y="13946"/>
                    <a:pt x="8502" y="8502"/>
                  </a:cubicBezTo>
                  <a:cubicBezTo>
                    <a:pt x="13946" y="3058"/>
                    <a:pt x="21330" y="0"/>
                    <a:pt x="2902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582373" cy="511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710000">
            <a:off x="14943603" y="3556579"/>
            <a:ext cx="1848085" cy="1424194"/>
          </a:xfrm>
          <a:custGeom>
            <a:avLst/>
            <a:gdLst/>
            <a:ahLst/>
            <a:cxnLst/>
            <a:rect r="r" b="b" t="t" l="l"/>
            <a:pathLst>
              <a:path h="1424194" w="1848085">
                <a:moveTo>
                  <a:pt x="0" y="0"/>
                </a:moveTo>
                <a:lnTo>
                  <a:pt x="1848086" y="0"/>
                </a:lnTo>
                <a:lnTo>
                  <a:pt x="1848086" y="1424194"/>
                </a:lnTo>
                <a:lnTo>
                  <a:pt x="0" y="14241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12942" t="0" r="-204053" b="-32203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9140" y="5775944"/>
            <a:ext cx="8058293" cy="5450337"/>
          </a:xfrm>
          <a:custGeom>
            <a:avLst/>
            <a:gdLst/>
            <a:ahLst/>
            <a:cxnLst/>
            <a:rect r="r" b="b" t="t" l="l"/>
            <a:pathLst>
              <a:path h="5450337" w="8058293">
                <a:moveTo>
                  <a:pt x="0" y="0"/>
                </a:moveTo>
                <a:lnTo>
                  <a:pt x="8058293" y="0"/>
                </a:lnTo>
                <a:lnTo>
                  <a:pt x="8058293" y="5450336"/>
                </a:lnTo>
                <a:lnTo>
                  <a:pt x="0" y="5450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18845" y="1095375"/>
            <a:ext cx="1065031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FURTHER INSIGHTS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44633" y="2013666"/>
            <a:ext cx="13998734" cy="97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7"/>
              </a:lnSpc>
              <a:spcBef>
                <a:spcPct val="0"/>
              </a:spcBef>
            </a:pPr>
            <a:r>
              <a:rPr lang="en-US" sz="27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Past Perfect Continuous Tense helps us convey the idea that an action was in progress for some time before something else occurred.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60270" y="3133217"/>
            <a:ext cx="11767461" cy="91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7"/>
              </a:lnSpc>
            </a:pPr>
            <a:r>
              <a:rPr lang="en-US" sz="269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Example: He had been working at the company for five years when he decided to retire.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49753" y="4887088"/>
            <a:ext cx="12188493" cy="102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7"/>
              </a:lnSpc>
            </a:pPr>
            <a:r>
              <a:rPr lang="en-US" sz="29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Did you know that the Past Perfect Continuous Tense is often used to emphasize the duration of an action in the past?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926138" y="850111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970167" y="-26464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140491">
            <a:off x="13818098" y="-5208587"/>
            <a:ext cx="9531714" cy="10417174"/>
          </a:xfrm>
          <a:custGeom>
            <a:avLst/>
            <a:gdLst/>
            <a:ahLst/>
            <a:cxnLst/>
            <a:rect r="r" b="b" t="t" l="l"/>
            <a:pathLst>
              <a:path h="10417174" w="9531714">
                <a:moveTo>
                  <a:pt x="0" y="0"/>
                </a:moveTo>
                <a:lnTo>
                  <a:pt x="9531714" y="0"/>
                </a:lnTo>
                <a:lnTo>
                  <a:pt x="9531714" y="10417174"/>
                </a:lnTo>
                <a:lnTo>
                  <a:pt x="0" y="10417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66307" y="8275287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4787" t="-19366" r="-395991" b="-523595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390501" y="7004489"/>
            <a:ext cx="1055153" cy="1083262"/>
          </a:xfrm>
          <a:custGeom>
            <a:avLst/>
            <a:gdLst/>
            <a:ahLst/>
            <a:cxnLst/>
            <a:rect r="r" b="b" t="t" l="l"/>
            <a:pathLst>
              <a:path h="1083262" w="1055153">
                <a:moveTo>
                  <a:pt x="0" y="0"/>
                </a:moveTo>
                <a:lnTo>
                  <a:pt x="1055153" y="0"/>
                </a:lnTo>
                <a:lnTo>
                  <a:pt x="1055153" y="1083262"/>
                </a:lnTo>
                <a:lnTo>
                  <a:pt x="0" y="10832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11131" t="0" r="-24652" b="-70521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08402">
            <a:off x="12943597" y="-4979689"/>
            <a:ext cx="12569639" cy="13737310"/>
          </a:xfrm>
          <a:custGeom>
            <a:avLst/>
            <a:gdLst/>
            <a:ahLst/>
            <a:cxnLst/>
            <a:rect r="r" b="b" t="t" l="l"/>
            <a:pathLst>
              <a:path h="13737310" w="12569639">
                <a:moveTo>
                  <a:pt x="0" y="0"/>
                </a:moveTo>
                <a:lnTo>
                  <a:pt x="12569639" y="0"/>
                </a:lnTo>
                <a:lnTo>
                  <a:pt x="12569639" y="13737310"/>
                </a:lnTo>
                <a:lnTo>
                  <a:pt x="0" y="1373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496844">
            <a:off x="-7407116" y="3754413"/>
            <a:ext cx="12569639" cy="13737310"/>
          </a:xfrm>
          <a:custGeom>
            <a:avLst/>
            <a:gdLst/>
            <a:ahLst/>
            <a:cxnLst/>
            <a:rect r="r" b="b" t="t" l="l"/>
            <a:pathLst>
              <a:path h="13737310" w="12569639">
                <a:moveTo>
                  <a:pt x="0" y="0"/>
                </a:moveTo>
                <a:lnTo>
                  <a:pt x="12569639" y="0"/>
                </a:lnTo>
                <a:lnTo>
                  <a:pt x="12569639" y="13737310"/>
                </a:lnTo>
                <a:lnTo>
                  <a:pt x="0" y="13737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230888"/>
            <a:ext cx="13461269" cy="2132011"/>
            <a:chOff x="0" y="0"/>
            <a:chExt cx="3582373" cy="5673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2372" cy="567380"/>
            </a:xfrm>
            <a:custGeom>
              <a:avLst/>
              <a:gdLst/>
              <a:ahLst/>
              <a:cxnLst/>
              <a:rect r="r" b="b" t="t" l="l"/>
              <a:pathLst>
                <a:path h="567380" w="3582372">
                  <a:moveTo>
                    <a:pt x="29331" y="0"/>
                  </a:moveTo>
                  <a:lnTo>
                    <a:pt x="3553041" y="0"/>
                  </a:lnTo>
                  <a:cubicBezTo>
                    <a:pt x="3569240" y="0"/>
                    <a:pt x="3582372" y="13132"/>
                    <a:pt x="3582372" y="29331"/>
                  </a:cubicBezTo>
                  <a:lnTo>
                    <a:pt x="3582372" y="538049"/>
                  </a:lnTo>
                  <a:cubicBezTo>
                    <a:pt x="3582372" y="554248"/>
                    <a:pt x="3569240" y="567380"/>
                    <a:pt x="3553041" y="567380"/>
                  </a:cubicBezTo>
                  <a:lnTo>
                    <a:pt x="29331" y="567380"/>
                  </a:lnTo>
                  <a:cubicBezTo>
                    <a:pt x="13132" y="567380"/>
                    <a:pt x="0" y="554248"/>
                    <a:pt x="0" y="538049"/>
                  </a:cubicBezTo>
                  <a:lnTo>
                    <a:pt x="0" y="29331"/>
                  </a:lnTo>
                  <a:cubicBezTo>
                    <a:pt x="0" y="13132"/>
                    <a:pt x="13132" y="0"/>
                    <a:pt x="29331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582373" cy="61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847349" y="1888966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39" y="0"/>
                </a:lnTo>
                <a:lnTo>
                  <a:pt x="1371939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4787" t="-19366" r="-395991" b="-52359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45657" y="8022390"/>
            <a:ext cx="3897297" cy="3897297"/>
          </a:xfrm>
          <a:custGeom>
            <a:avLst/>
            <a:gdLst/>
            <a:ahLst/>
            <a:cxnLst/>
            <a:rect r="r" b="b" t="t" l="l"/>
            <a:pathLst>
              <a:path h="3897297" w="3897297">
                <a:moveTo>
                  <a:pt x="0" y="0"/>
                </a:moveTo>
                <a:lnTo>
                  <a:pt x="3897297" y="0"/>
                </a:lnTo>
                <a:lnTo>
                  <a:pt x="3897297" y="3897297"/>
                </a:lnTo>
                <a:lnTo>
                  <a:pt x="0" y="3897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22365" y="4778988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47958" t="-383255" r="-322821" b="-15970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71401" y="1028700"/>
            <a:ext cx="936935" cy="961894"/>
          </a:xfrm>
          <a:custGeom>
            <a:avLst/>
            <a:gdLst/>
            <a:ahLst/>
            <a:cxnLst/>
            <a:rect r="r" b="b" t="t" l="l"/>
            <a:pathLst>
              <a:path h="961894" w="936935">
                <a:moveTo>
                  <a:pt x="0" y="0"/>
                </a:moveTo>
                <a:lnTo>
                  <a:pt x="936934" y="0"/>
                </a:lnTo>
                <a:lnTo>
                  <a:pt x="936934" y="961894"/>
                </a:lnTo>
                <a:lnTo>
                  <a:pt x="0" y="961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1131" t="0" r="-24652" b="-705216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41819" y="4673774"/>
            <a:ext cx="13461269" cy="2132011"/>
            <a:chOff x="0" y="0"/>
            <a:chExt cx="3582373" cy="5673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82372" cy="567380"/>
            </a:xfrm>
            <a:custGeom>
              <a:avLst/>
              <a:gdLst/>
              <a:ahLst/>
              <a:cxnLst/>
              <a:rect r="r" b="b" t="t" l="l"/>
              <a:pathLst>
                <a:path h="567380" w="3582372">
                  <a:moveTo>
                    <a:pt x="29331" y="0"/>
                  </a:moveTo>
                  <a:lnTo>
                    <a:pt x="3553041" y="0"/>
                  </a:lnTo>
                  <a:cubicBezTo>
                    <a:pt x="3569240" y="0"/>
                    <a:pt x="3582372" y="13132"/>
                    <a:pt x="3582372" y="29331"/>
                  </a:cubicBezTo>
                  <a:lnTo>
                    <a:pt x="3582372" y="538049"/>
                  </a:lnTo>
                  <a:cubicBezTo>
                    <a:pt x="3582372" y="554248"/>
                    <a:pt x="3569240" y="567380"/>
                    <a:pt x="3553041" y="567380"/>
                  </a:cubicBezTo>
                  <a:lnTo>
                    <a:pt x="29331" y="567380"/>
                  </a:lnTo>
                  <a:cubicBezTo>
                    <a:pt x="13132" y="567380"/>
                    <a:pt x="0" y="554248"/>
                    <a:pt x="0" y="538049"/>
                  </a:cubicBezTo>
                  <a:lnTo>
                    <a:pt x="0" y="29331"/>
                  </a:lnTo>
                  <a:cubicBezTo>
                    <a:pt x="0" y="13132"/>
                    <a:pt x="13132" y="0"/>
                    <a:pt x="29331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582373" cy="61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1819" y="7126289"/>
            <a:ext cx="13931486" cy="2132011"/>
            <a:chOff x="0" y="0"/>
            <a:chExt cx="3707509" cy="567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07509" cy="567380"/>
            </a:xfrm>
            <a:custGeom>
              <a:avLst/>
              <a:gdLst/>
              <a:ahLst/>
              <a:cxnLst/>
              <a:rect r="r" b="b" t="t" l="l"/>
              <a:pathLst>
                <a:path h="567380" w="3707509">
                  <a:moveTo>
                    <a:pt x="28341" y="0"/>
                  </a:moveTo>
                  <a:lnTo>
                    <a:pt x="3679167" y="0"/>
                  </a:lnTo>
                  <a:cubicBezTo>
                    <a:pt x="3686684" y="0"/>
                    <a:pt x="3693892" y="2986"/>
                    <a:pt x="3699208" y="8301"/>
                  </a:cubicBezTo>
                  <a:cubicBezTo>
                    <a:pt x="3704523" y="13616"/>
                    <a:pt x="3707509" y="20825"/>
                    <a:pt x="3707509" y="28341"/>
                  </a:cubicBezTo>
                  <a:lnTo>
                    <a:pt x="3707509" y="539039"/>
                  </a:lnTo>
                  <a:cubicBezTo>
                    <a:pt x="3707509" y="546556"/>
                    <a:pt x="3704523" y="553764"/>
                    <a:pt x="3699208" y="559079"/>
                  </a:cubicBezTo>
                  <a:cubicBezTo>
                    <a:pt x="3693892" y="564394"/>
                    <a:pt x="3686684" y="567380"/>
                    <a:pt x="3679167" y="567380"/>
                  </a:cubicBezTo>
                  <a:lnTo>
                    <a:pt x="28341" y="567380"/>
                  </a:lnTo>
                  <a:cubicBezTo>
                    <a:pt x="20825" y="567380"/>
                    <a:pt x="13616" y="564394"/>
                    <a:pt x="8301" y="559079"/>
                  </a:cubicBezTo>
                  <a:cubicBezTo>
                    <a:pt x="2986" y="553764"/>
                    <a:pt x="0" y="546556"/>
                    <a:pt x="0" y="539039"/>
                  </a:cubicBezTo>
                  <a:lnTo>
                    <a:pt x="0" y="28341"/>
                  </a:lnTo>
                  <a:cubicBezTo>
                    <a:pt x="0" y="20825"/>
                    <a:pt x="2986" y="13616"/>
                    <a:pt x="8301" y="8301"/>
                  </a:cubicBezTo>
                  <a:cubicBezTo>
                    <a:pt x="13616" y="2986"/>
                    <a:pt x="20825" y="0"/>
                    <a:pt x="283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707509" cy="61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78509" y="7965240"/>
            <a:ext cx="1198789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 Answer: He had been working on the project for weeks when he finally completed it.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847349" y="8605343"/>
            <a:ext cx="936935" cy="961894"/>
          </a:xfrm>
          <a:custGeom>
            <a:avLst/>
            <a:gdLst/>
            <a:ahLst/>
            <a:cxnLst/>
            <a:rect r="r" b="b" t="t" l="l"/>
            <a:pathLst>
              <a:path h="961894" w="936935">
                <a:moveTo>
                  <a:pt x="0" y="0"/>
                </a:moveTo>
                <a:lnTo>
                  <a:pt x="936934" y="0"/>
                </a:lnTo>
                <a:lnTo>
                  <a:pt x="936934" y="961894"/>
                </a:lnTo>
                <a:lnTo>
                  <a:pt x="0" y="961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11131" t="0" r="-24652" b="-705216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4135251" y="4040533"/>
            <a:ext cx="3977984" cy="3397815"/>
          </a:xfrm>
          <a:custGeom>
            <a:avLst/>
            <a:gdLst/>
            <a:ahLst/>
            <a:cxnLst/>
            <a:rect r="r" b="b" t="t" l="l"/>
            <a:pathLst>
              <a:path h="3397815" w="3977984">
                <a:moveTo>
                  <a:pt x="3977983" y="0"/>
                </a:moveTo>
                <a:lnTo>
                  <a:pt x="0" y="0"/>
                </a:lnTo>
                <a:lnTo>
                  <a:pt x="0" y="3397815"/>
                </a:lnTo>
                <a:lnTo>
                  <a:pt x="3977983" y="3397815"/>
                </a:lnTo>
                <a:lnTo>
                  <a:pt x="397798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107957" b="-12797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095375"/>
            <a:ext cx="1065031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REAL-LIFE EXAMPLES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0296" y="2489056"/>
            <a:ext cx="1287495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 </a:t>
            </a:r>
            <a:r>
              <a:rPr lang="en-US" sz="2799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study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for the exam for hours before the phone rang.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78509" y="3069839"/>
            <a:ext cx="1198789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 Answer: She had been studying for the exam for hours before the phone rang.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1021" y="4928683"/>
            <a:ext cx="127419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They </a:t>
            </a:r>
            <a:r>
              <a:rPr lang="en-US" sz="2799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play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basketball all afternoon before it started raining.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78509" y="5512725"/>
            <a:ext cx="1198789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They had been playing basketball all afternoon before it started raining.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1021" y="7381198"/>
            <a:ext cx="1370228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 </a:t>
            </a:r>
            <a:r>
              <a:rPr lang="en-US" sz="2799">
                <a:solidFill>
                  <a:srgbClr val="FF31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</a:t>
            </a: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on the project for weeks when he finally completed it.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7802062">
            <a:off x="-5115605" y="-6334976"/>
            <a:ext cx="10231210" cy="11181651"/>
          </a:xfrm>
          <a:custGeom>
            <a:avLst/>
            <a:gdLst/>
            <a:ahLst/>
            <a:cxnLst/>
            <a:rect r="r" b="b" t="t" l="l"/>
            <a:pathLst>
              <a:path h="11181651" w="10231210">
                <a:moveTo>
                  <a:pt x="10231210" y="0"/>
                </a:moveTo>
                <a:lnTo>
                  <a:pt x="0" y="0"/>
                </a:lnTo>
                <a:lnTo>
                  <a:pt x="0" y="11181651"/>
                </a:lnTo>
                <a:lnTo>
                  <a:pt x="10231210" y="11181651"/>
                </a:lnTo>
                <a:lnTo>
                  <a:pt x="10231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3878521">
            <a:off x="12270711" y="4542109"/>
            <a:ext cx="10231210" cy="11181651"/>
          </a:xfrm>
          <a:custGeom>
            <a:avLst/>
            <a:gdLst/>
            <a:ahLst/>
            <a:cxnLst/>
            <a:rect r="r" b="b" t="t" l="l"/>
            <a:pathLst>
              <a:path h="11181651" w="10231210">
                <a:moveTo>
                  <a:pt x="10231210" y="0"/>
                </a:moveTo>
                <a:lnTo>
                  <a:pt x="0" y="0"/>
                </a:lnTo>
                <a:lnTo>
                  <a:pt x="0" y="11181651"/>
                </a:lnTo>
                <a:lnTo>
                  <a:pt x="10231210" y="11181651"/>
                </a:lnTo>
                <a:lnTo>
                  <a:pt x="10231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69438" y="3369768"/>
            <a:ext cx="14349124" cy="2911734"/>
            <a:chOff x="0" y="0"/>
            <a:chExt cx="3818652" cy="7748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8652" cy="774883"/>
            </a:xfrm>
            <a:custGeom>
              <a:avLst/>
              <a:gdLst/>
              <a:ahLst/>
              <a:cxnLst/>
              <a:rect r="r" b="b" t="t" l="l"/>
              <a:pathLst>
                <a:path h="774883" w="3818652">
                  <a:moveTo>
                    <a:pt x="27517" y="0"/>
                  </a:moveTo>
                  <a:lnTo>
                    <a:pt x="3791136" y="0"/>
                  </a:lnTo>
                  <a:cubicBezTo>
                    <a:pt x="3806333" y="0"/>
                    <a:pt x="3818652" y="12320"/>
                    <a:pt x="3818652" y="27517"/>
                  </a:cubicBezTo>
                  <a:lnTo>
                    <a:pt x="3818652" y="747367"/>
                  </a:lnTo>
                  <a:cubicBezTo>
                    <a:pt x="3818652" y="754665"/>
                    <a:pt x="3815753" y="761664"/>
                    <a:pt x="3810593" y="766824"/>
                  </a:cubicBezTo>
                  <a:cubicBezTo>
                    <a:pt x="3805432" y="771984"/>
                    <a:pt x="3798434" y="774883"/>
                    <a:pt x="3791136" y="774883"/>
                  </a:cubicBezTo>
                  <a:lnTo>
                    <a:pt x="27517" y="774883"/>
                  </a:lnTo>
                  <a:cubicBezTo>
                    <a:pt x="20219" y="774883"/>
                    <a:pt x="13220" y="771984"/>
                    <a:pt x="8059" y="766824"/>
                  </a:cubicBezTo>
                  <a:cubicBezTo>
                    <a:pt x="2899" y="761664"/>
                    <a:pt x="0" y="754665"/>
                    <a:pt x="0" y="747367"/>
                  </a:cubicBezTo>
                  <a:lnTo>
                    <a:pt x="0" y="27517"/>
                  </a:lnTo>
                  <a:cubicBezTo>
                    <a:pt x="0" y="20219"/>
                    <a:pt x="2899" y="13220"/>
                    <a:pt x="8059" y="8059"/>
                  </a:cubicBezTo>
                  <a:cubicBezTo>
                    <a:pt x="13220" y="2899"/>
                    <a:pt x="20219" y="0"/>
                    <a:pt x="2751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818652" cy="8225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408299" y="3873611"/>
            <a:ext cx="901210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She  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3220125" y="4325761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2408299" y="4561324"/>
            <a:ext cx="901210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They  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3286800" y="5001659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408299" y="5249309"/>
            <a:ext cx="901210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</a:t>
            </a:r>
          </a:p>
        </p:txBody>
      </p:sp>
      <p:sp>
        <p:nvSpPr>
          <p:cNvPr name="AutoShape 12" id="12"/>
          <p:cNvSpPr/>
          <p:nvPr/>
        </p:nvSpPr>
        <p:spPr>
          <a:xfrm>
            <a:off x="3220125" y="5701459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761445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324727" y="5720509"/>
            <a:ext cx="6842782" cy="6768134"/>
          </a:xfrm>
          <a:custGeom>
            <a:avLst/>
            <a:gdLst/>
            <a:ahLst/>
            <a:cxnLst/>
            <a:rect r="r" b="b" t="t" l="l"/>
            <a:pathLst>
              <a:path h="6768134" w="6842782">
                <a:moveTo>
                  <a:pt x="0" y="0"/>
                </a:moveTo>
                <a:lnTo>
                  <a:pt x="6842783" y="0"/>
                </a:lnTo>
                <a:lnTo>
                  <a:pt x="6842783" y="6768134"/>
                </a:lnTo>
                <a:lnTo>
                  <a:pt x="0" y="67681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44737" y="2382850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4787" t="-19366" r="-395991" b="-523595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710000">
            <a:off x="16896712" y="174356"/>
            <a:ext cx="1848085" cy="1424194"/>
          </a:xfrm>
          <a:custGeom>
            <a:avLst/>
            <a:gdLst/>
            <a:ahLst/>
            <a:cxnLst/>
            <a:rect r="r" b="b" t="t" l="l"/>
            <a:pathLst>
              <a:path h="1424194" w="1848085">
                <a:moveTo>
                  <a:pt x="0" y="0"/>
                </a:moveTo>
                <a:lnTo>
                  <a:pt x="1848085" y="0"/>
                </a:lnTo>
                <a:lnTo>
                  <a:pt x="1848085" y="1424194"/>
                </a:lnTo>
                <a:lnTo>
                  <a:pt x="0" y="14241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2942" t="0" r="-204053" b="-322039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397473" y="6586302"/>
            <a:ext cx="4123230" cy="1182617"/>
            <a:chOff x="0" y="0"/>
            <a:chExt cx="1097292" cy="3147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92" cy="314723"/>
            </a:xfrm>
            <a:custGeom>
              <a:avLst/>
              <a:gdLst/>
              <a:ahLst/>
              <a:cxnLst/>
              <a:rect r="r" b="b" t="t" l="l"/>
              <a:pathLst>
                <a:path h="314723" w="1097292">
                  <a:moveTo>
                    <a:pt x="95759" y="0"/>
                  </a:moveTo>
                  <a:lnTo>
                    <a:pt x="1001533" y="0"/>
                  </a:lnTo>
                  <a:cubicBezTo>
                    <a:pt x="1054419" y="0"/>
                    <a:pt x="1097292" y="42873"/>
                    <a:pt x="1097292" y="95759"/>
                  </a:cubicBezTo>
                  <a:lnTo>
                    <a:pt x="1097292" y="218964"/>
                  </a:lnTo>
                  <a:cubicBezTo>
                    <a:pt x="1097292" y="271850"/>
                    <a:pt x="1054419" y="314723"/>
                    <a:pt x="1001533" y="314723"/>
                  </a:cubicBezTo>
                  <a:lnTo>
                    <a:pt x="95759" y="314723"/>
                  </a:lnTo>
                  <a:cubicBezTo>
                    <a:pt x="42873" y="314723"/>
                    <a:pt x="0" y="271850"/>
                    <a:pt x="0" y="218964"/>
                  </a:cubicBezTo>
                  <a:lnTo>
                    <a:pt x="0" y="95759"/>
                  </a:lnTo>
                  <a:cubicBezTo>
                    <a:pt x="0" y="42873"/>
                    <a:pt x="42873" y="0"/>
                    <a:pt x="95759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097292" cy="36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67297" y="6586302"/>
            <a:ext cx="4123230" cy="1182617"/>
            <a:chOff x="0" y="0"/>
            <a:chExt cx="1097292" cy="3147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92" cy="314723"/>
            </a:xfrm>
            <a:custGeom>
              <a:avLst/>
              <a:gdLst/>
              <a:ahLst/>
              <a:cxnLst/>
              <a:rect r="r" b="b" t="t" l="l"/>
              <a:pathLst>
                <a:path h="314723" w="1097292">
                  <a:moveTo>
                    <a:pt x="95759" y="0"/>
                  </a:moveTo>
                  <a:lnTo>
                    <a:pt x="1001533" y="0"/>
                  </a:lnTo>
                  <a:cubicBezTo>
                    <a:pt x="1054419" y="0"/>
                    <a:pt x="1097292" y="42873"/>
                    <a:pt x="1097292" y="95759"/>
                  </a:cubicBezTo>
                  <a:lnTo>
                    <a:pt x="1097292" y="218964"/>
                  </a:lnTo>
                  <a:cubicBezTo>
                    <a:pt x="1097292" y="271850"/>
                    <a:pt x="1054419" y="314723"/>
                    <a:pt x="1001533" y="314723"/>
                  </a:cubicBezTo>
                  <a:lnTo>
                    <a:pt x="95759" y="314723"/>
                  </a:lnTo>
                  <a:cubicBezTo>
                    <a:pt x="42873" y="314723"/>
                    <a:pt x="0" y="271850"/>
                    <a:pt x="0" y="218964"/>
                  </a:cubicBezTo>
                  <a:lnTo>
                    <a:pt x="0" y="95759"/>
                  </a:lnTo>
                  <a:cubicBezTo>
                    <a:pt x="0" y="42873"/>
                    <a:pt x="42873" y="0"/>
                    <a:pt x="95759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97292" cy="36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083743" y="6586302"/>
            <a:ext cx="4123230" cy="1182617"/>
            <a:chOff x="0" y="0"/>
            <a:chExt cx="1097292" cy="3147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92" cy="314723"/>
            </a:xfrm>
            <a:custGeom>
              <a:avLst/>
              <a:gdLst/>
              <a:ahLst/>
              <a:cxnLst/>
              <a:rect r="r" b="b" t="t" l="l"/>
              <a:pathLst>
                <a:path h="314723" w="1097292">
                  <a:moveTo>
                    <a:pt x="95759" y="0"/>
                  </a:moveTo>
                  <a:lnTo>
                    <a:pt x="1001533" y="0"/>
                  </a:lnTo>
                  <a:cubicBezTo>
                    <a:pt x="1054419" y="0"/>
                    <a:pt x="1097292" y="42873"/>
                    <a:pt x="1097292" y="95759"/>
                  </a:cubicBezTo>
                  <a:lnTo>
                    <a:pt x="1097292" y="218964"/>
                  </a:lnTo>
                  <a:cubicBezTo>
                    <a:pt x="1097292" y="271850"/>
                    <a:pt x="1054419" y="314723"/>
                    <a:pt x="1001533" y="314723"/>
                  </a:cubicBezTo>
                  <a:lnTo>
                    <a:pt x="95759" y="314723"/>
                  </a:lnTo>
                  <a:cubicBezTo>
                    <a:pt x="42873" y="314723"/>
                    <a:pt x="0" y="271850"/>
                    <a:pt x="0" y="218964"/>
                  </a:cubicBezTo>
                  <a:lnTo>
                    <a:pt x="0" y="95759"/>
                  </a:lnTo>
                  <a:cubicBezTo>
                    <a:pt x="0" y="42873"/>
                    <a:pt x="42873" y="0"/>
                    <a:pt x="95759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97292" cy="362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5230175" y="8045143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1"/>
                </a:lnTo>
                <a:lnTo>
                  <a:pt x="0" y="12046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7958" t="-383255" r="-322821" b="-159707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791422" y="5230259"/>
            <a:ext cx="7709157" cy="5508543"/>
          </a:xfrm>
          <a:custGeom>
            <a:avLst/>
            <a:gdLst/>
            <a:ahLst/>
            <a:cxnLst/>
            <a:rect r="r" b="b" t="t" l="l"/>
            <a:pathLst>
              <a:path h="5508543" w="7709157">
                <a:moveTo>
                  <a:pt x="0" y="0"/>
                </a:moveTo>
                <a:lnTo>
                  <a:pt x="7709157" y="0"/>
                </a:lnTo>
                <a:lnTo>
                  <a:pt x="7709157" y="5508543"/>
                </a:lnTo>
                <a:lnTo>
                  <a:pt x="0" y="55085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818845" y="971567"/>
            <a:ext cx="1065031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LET'S APPLY IT!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34604" y="1891497"/>
            <a:ext cx="11818792" cy="97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Exercise: Complete the sentences with the correct Past Perfect Continuous Tense form.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01600" y="3873611"/>
            <a:ext cx="7589821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book for hours before she fell asleep.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30175" y="4561324"/>
            <a:ext cx="10331983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their musical instruments all morning before the concert.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01600" y="5249309"/>
            <a:ext cx="10678101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marathon for two hours when he reached the finish line.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23556" y="6797514"/>
            <a:ext cx="3410712" cy="72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6"/>
              </a:lnSpc>
            </a:pPr>
            <a:r>
              <a:rPr lang="en-US" sz="2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had been</a:t>
            </a:r>
          </a:p>
          <a:p>
            <a:pPr algn="ctr">
              <a:lnSpc>
                <a:spcPts val="2886"/>
              </a:lnSpc>
            </a:pPr>
            <a:r>
              <a:rPr lang="en-US" b="true" sz="2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reading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86450" y="6787989"/>
            <a:ext cx="3145275" cy="731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b="true" sz="2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had been practicing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40002" y="6809435"/>
            <a:ext cx="3410712" cy="72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6"/>
              </a:lnSpc>
            </a:pPr>
            <a:r>
              <a:rPr lang="en-US" sz="2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had been</a:t>
            </a:r>
          </a:p>
          <a:p>
            <a:pPr algn="ctr">
              <a:lnSpc>
                <a:spcPts val="2886"/>
              </a:lnSpc>
            </a:pPr>
            <a:r>
              <a:rPr lang="en-US" b="true" sz="26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running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10630">
            <a:off x="14277474" y="-4179887"/>
            <a:ext cx="9531714" cy="10417174"/>
          </a:xfrm>
          <a:custGeom>
            <a:avLst/>
            <a:gdLst/>
            <a:ahLst/>
            <a:cxnLst/>
            <a:rect r="r" b="b" t="t" l="l"/>
            <a:pathLst>
              <a:path h="10417174" w="9531714">
                <a:moveTo>
                  <a:pt x="9531714" y="0"/>
                </a:moveTo>
                <a:lnTo>
                  <a:pt x="0" y="0"/>
                </a:lnTo>
                <a:lnTo>
                  <a:pt x="0" y="10417174"/>
                </a:lnTo>
                <a:lnTo>
                  <a:pt x="9531714" y="10417174"/>
                </a:lnTo>
                <a:lnTo>
                  <a:pt x="95317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10630">
            <a:off x="-3737157" y="6198629"/>
            <a:ext cx="9531714" cy="10417174"/>
          </a:xfrm>
          <a:custGeom>
            <a:avLst/>
            <a:gdLst/>
            <a:ahLst/>
            <a:cxnLst/>
            <a:rect r="r" b="b" t="t" l="l"/>
            <a:pathLst>
              <a:path h="10417174" w="9531714">
                <a:moveTo>
                  <a:pt x="9531714" y="0"/>
                </a:moveTo>
                <a:lnTo>
                  <a:pt x="0" y="0"/>
                </a:lnTo>
                <a:lnTo>
                  <a:pt x="0" y="10417175"/>
                </a:lnTo>
                <a:lnTo>
                  <a:pt x="9531714" y="10417175"/>
                </a:lnTo>
                <a:lnTo>
                  <a:pt x="95317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97344" y="3157688"/>
            <a:ext cx="17022691" cy="5138313"/>
            <a:chOff x="0" y="0"/>
            <a:chExt cx="4530154" cy="13674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30154" cy="1367430"/>
            </a:xfrm>
            <a:custGeom>
              <a:avLst/>
              <a:gdLst/>
              <a:ahLst/>
              <a:cxnLst/>
              <a:rect r="r" b="b" t="t" l="l"/>
              <a:pathLst>
                <a:path h="1367430" w="4530154">
                  <a:moveTo>
                    <a:pt x="23195" y="0"/>
                  </a:moveTo>
                  <a:lnTo>
                    <a:pt x="4506959" y="0"/>
                  </a:lnTo>
                  <a:cubicBezTo>
                    <a:pt x="4519769" y="0"/>
                    <a:pt x="4530154" y="10385"/>
                    <a:pt x="4530154" y="23195"/>
                  </a:cubicBezTo>
                  <a:lnTo>
                    <a:pt x="4530154" y="1344236"/>
                  </a:lnTo>
                  <a:cubicBezTo>
                    <a:pt x="4530154" y="1357046"/>
                    <a:pt x="4519769" y="1367430"/>
                    <a:pt x="4506959" y="1367430"/>
                  </a:cubicBezTo>
                  <a:lnTo>
                    <a:pt x="23195" y="1367430"/>
                  </a:lnTo>
                  <a:cubicBezTo>
                    <a:pt x="10385" y="1367430"/>
                    <a:pt x="0" y="1357046"/>
                    <a:pt x="0" y="1344236"/>
                  </a:cubicBezTo>
                  <a:lnTo>
                    <a:pt x="0" y="23195"/>
                  </a:lnTo>
                  <a:cubicBezTo>
                    <a:pt x="0" y="10385"/>
                    <a:pt x="10385" y="0"/>
                    <a:pt x="23195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530154" cy="1415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24086" y="3463244"/>
            <a:ext cx="1519773" cy="4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08" indent="-297504" lvl="1">
              <a:lnSpc>
                <a:spcPts val="3858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She  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2559995" y="3917118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541469" y="3467258"/>
            <a:ext cx="6017002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 the party for hours before she 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0320346" y="3917118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24086" y="4101751"/>
            <a:ext cx="1519773" cy="4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08" indent="-297504" lvl="1">
              <a:lnSpc>
                <a:spcPts val="3858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They  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2686710" y="4555625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4579569" y="4105766"/>
            <a:ext cx="8229576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line for tickets all afternoon before the concert 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2771046" y="4555625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224086" y="4740259"/>
            <a:ext cx="909173" cy="4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08" indent="-297504" lvl="1">
              <a:lnSpc>
                <a:spcPts val="3858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  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974448" y="5194133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3889248" y="4744273"/>
            <a:ext cx="4959850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English for months before I</a:t>
            </a:r>
          </a:p>
        </p:txBody>
      </p:sp>
      <p:sp>
        <p:nvSpPr>
          <p:cNvPr name="AutoShape 18" id="18"/>
          <p:cNvSpPr/>
          <p:nvPr/>
        </p:nvSpPr>
        <p:spPr>
          <a:xfrm>
            <a:off x="8717854" y="5194133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224086" y="5378767"/>
            <a:ext cx="2429548" cy="4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08" indent="-297504" lvl="1">
              <a:lnSpc>
                <a:spcPts val="3858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chef   </a:t>
            </a:r>
          </a:p>
        </p:txBody>
      </p:sp>
      <p:sp>
        <p:nvSpPr>
          <p:cNvPr name="AutoShape 20" id="20"/>
          <p:cNvSpPr/>
          <p:nvPr/>
        </p:nvSpPr>
        <p:spPr>
          <a:xfrm>
            <a:off x="3378039" y="5832641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5311889" y="5382781"/>
            <a:ext cx="6305527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dinner for hours before the guests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1398947" y="5832641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224086" y="6017274"/>
            <a:ext cx="1519773" cy="4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08" indent="-297504" lvl="1">
              <a:lnSpc>
                <a:spcPts val="3858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She  </a:t>
            </a:r>
          </a:p>
        </p:txBody>
      </p:sp>
      <p:sp>
        <p:nvSpPr>
          <p:cNvPr name="AutoShape 24" id="24"/>
          <p:cNvSpPr/>
          <p:nvPr/>
        </p:nvSpPr>
        <p:spPr>
          <a:xfrm>
            <a:off x="2550470" y="6471148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4541469" y="6021289"/>
            <a:ext cx="5778877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 the pool for hours before she</a:t>
            </a:r>
          </a:p>
        </p:txBody>
      </p:sp>
      <p:sp>
        <p:nvSpPr>
          <p:cNvPr name="AutoShape 26" id="26"/>
          <p:cNvSpPr/>
          <p:nvPr/>
        </p:nvSpPr>
        <p:spPr>
          <a:xfrm>
            <a:off x="10091746" y="6471148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224086" y="6655782"/>
            <a:ext cx="1519773" cy="4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08" indent="-297504" lvl="1">
              <a:lnSpc>
                <a:spcPts val="3858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They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2696235" y="7109656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4679582" y="6659796"/>
            <a:ext cx="6738415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sandcastle for hours before the tide</a:t>
            </a:r>
          </a:p>
        </p:txBody>
      </p:sp>
      <p:sp>
        <p:nvSpPr>
          <p:cNvPr name="AutoShape 30" id="30"/>
          <p:cNvSpPr/>
          <p:nvPr/>
        </p:nvSpPr>
        <p:spPr>
          <a:xfrm>
            <a:off x="11325371" y="7109656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224086" y="7294290"/>
            <a:ext cx="1519773" cy="4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008" indent="-297504" lvl="1">
              <a:lnSpc>
                <a:spcPts val="3858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2353964" y="7748164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4287814" y="7298304"/>
            <a:ext cx="5139525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 the car for hours before it</a:t>
            </a:r>
          </a:p>
        </p:txBody>
      </p:sp>
      <p:sp>
        <p:nvSpPr>
          <p:cNvPr name="AutoShape 34" id="34"/>
          <p:cNvSpPr/>
          <p:nvPr/>
        </p:nvSpPr>
        <p:spPr>
          <a:xfrm>
            <a:off x="9372471" y="7748164"/>
            <a:ext cx="1933850" cy="0"/>
          </a:xfrm>
          <a:prstGeom prst="line">
            <a:avLst/>
          </a:prstGeom>
          <a:ln cap="rnd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2872717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false" rot="0">
            <a:off x="14984615" y="5435917"/>
            <a:ext cx="7324070" cy="4953735"/>
          </a:xfrm>
          <a:custGeom>
            <a:avLst/>
            <a:gdLst/>
            <a:ahLst/>
            <a:cxnLst/>
            <a:rect r="r" b="b" t="t" l="l"/>
            <a:pathLst>
              <a:path h="4953735" w="7324070">
                <a:moveTo>
                  <a:pt x="7324071" y="0"/>
                </a:moveTo>
                <a:lnTo>
                  <a:pt x="0" y="0"/>
                </a:lnTo>
                <a:lnTo>
                  <a:pt x="0" y="4953735"/>
                </a:lnTo>
                <a:lnTo>
                  <a:pt x="7324071" y="4953735"/>
                </a:lnTo>
                <a:lnTo>
                  <a:pt x="732407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439966" y="971550"/>
            <a:ext cx="5337448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0"/>
              </a:lnSpc>
              <a:spcBef>
                <a:spcPct val="0"/>
              </a:spcBef>
            </a:pPr>
            <a:r>
              <a:rPr lang="en-US" b="true" sz="5000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QUIZ TIME!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272328" y="1888966"/>
            <a:ext cx="9743344" cy="97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Fill in the blanks with the correct Past Perfect Continuous Tense form.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292296" y="3467258"/>
            <a:ext cx="1160841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tired.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651704" y="4744273"/>
            <a:ext cx="3580735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proficiency test.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25596" y="6021289"/>
            <a:ext cx="5262279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she had forgotten her towel.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259221" y="6659796"/>
            <a:ext cx="1525369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away.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06321" y="7298304"/>
            <a:ext cx="1525369" cy="468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8"/>
              </a:lnSpc>
            </a:pPr>
            <a:r>
              <a:rPr lang="en-US" sz="275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again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5663613" y="-277026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-1489796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58367" y="8675319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1"/>
                </a:lnTo>
                <a:lnTo>
                  <a:pt x="0" y="1204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4787" t="-19366" r="-395991" b="-523595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082420" y="7815053"/>
            <a:ext cx="936935" cy="961894"/>
          </a:xfrm>
          <a:custGeom>
            <a:avLst/>
            <a:gdLst/>
            <a:ahLst/>
            <a:cxnLst/>
            <a:rect r="r" b="b" t="t" l="l"/>
            <a:pathLst>
              <a:path h="961894" w="936935">
                <a:moveTo>
                  <a:pt x="0" y="0"/>
                </a:moveTo>
                <a:lnTo>
                  <a:pt x="936934" y="0"/>
                </a:lnTo>
                <a:lnTo>
                  <a:pt x="936934" y="961894"/>
                </a:lnTo>
                <a:lnTo>
                  <a:pt x="0" y="961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11131" t="0" r="-24652" b="-705216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5683203" y="8586578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7958" t="-383255" r="-322821" b="-159707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181515">
            <a:off x="12562780" y="4220524"/>
            <a:ext cx="10231210" cy="11181651"/>
          </a:xfrm>
          <a:custGeom>
            <a:avLst/>
            <a:gdLst/>
            <a:ahLst/>
            <a:cxnLst/>
            <a:rect r="r" b="b" t="t" l="l"/>
            <a:pathLst>
              <a:path h="11181651" w="10231210">
                <a:moveTo>
                  <a:pt x="10231211" y="0"/>
                </a:moveTo>
                <a:lnTo>
                  <a:pt x="0" y="0"/>
                </a:lnTo>
                <a:lnTo>
                  <a:pt x="0" y="11181651"/>
                </a:lnTo>
                <a:lnTo>
                  <a:pt x="10231211" y="11181651"/>
                </a:lnTo>
                <a:lnTo>
                  <a:pt x="102312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6450708">
            <a:off x="13172395" y="-8600810"/>
            <a:ext cx="10231210" cy="11181651"/>
          </a:xfrm>
          <a:custGeom>
            <a:avLst/>
            <a:gdLst/>
            <a:ahLst/>
            <a:cxnLst/>
            <a:rect r="r" b="b" t="t" l="l"/>
            <a:pathLst>
              <a:path h="11181651" w="10231210">
                <a:moveTo>
                  <a:pt x="10231210" y="0"/>
                </a:moveTo>
                <a:lnTo>
                  <a:pt x="0" y="0"/>
                </a:lnTo>
                <a:lnTo>
                  <a:pt x="0" y="11181651"/>
                </a:lnTo>
                <a:lnTo>
                  <a:pt x="10231210" y="11181651"/>
                </a:lnTo>
                <a:lnTo>
                  <a:pt x="10231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8100000">
            <a:off x="-3542195" y="6167432"/>
            <a:ext cx="10231210" cy="11181651"/>
          </a:xfrm>
          <a:custGeom>
            <a:avLst/>
            <a:gdLst/>
            <a:ahLst/>
            <a:cxnLst/>
            <a:rect r="r" b="b" t="t" l="l"/>
            <a:pathLst>
              <a:path h="11181651" w="10231210">
                <a:moveTo>
                  <a:pt x="10231211" y="0"/>
                </a:moveTo>
                <a:lnTo>
                  <a:pt x="0" y="0"/>
                </a:lnTo>
                <a:lnTo>
                  <a:pt x="0" y="11181651"/>
                </a:lnTo>
                <a:lnTo>
                  <a:pt x="10231211" y="11181651"/>
                </a:lnTo>
                <a:lnTo>
                  <a:pt x="102312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17376" y="853704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3181515">
            <a:off x="7083470" y="7623526"/>
            <a:ext cx="10231210" cy="11181651"/>
          </a:xfrm>
          <a:custGeom>
            <a:avLst/>
            <a:gdLst/>
            <a:ahLst/>
            <a:cxnLst/>
            <a:rect r="r" b="b" t="t" l="l"/>
            <a:pathLst>
              <a:path h="11181651" w="10231210">
                <a:moveTo>
                  <a:pt x="10231211" y="0"/>
                </a:moveTo>
                <a:lnTo>
                  <a:pt x="0" y="0"/>
                </a:lnTo>
                <a:lnTo>
                  <a:pt x="0" y="11181651"/>
                </a:lnTo>
                <a:lnTo>
                  <a:pt x="10231211" y="11181651"/>
                </a:lnTo>
                <a:lnTo>
                  <a:pt x="1023121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2715808"/>
            <a:ext cx="11818792" cy="6226635"/>
            <a:chOff x="0" y="0"/>
            <a:chExt cx="3145269" cy="16570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45269" cy="1657060"/>
            </a:xfrm>
            <a:custGeom>
              <a:avLst/>
              <a:gdLst/>
              <a:ahLst/>
              <a:cxnLst/>
              <a:rect r="r" b="b" t="t" l="l"/>
              <a:pathLst>
                <a:path h="1657060" w="3145269">
                  <a:moveTo>
                    <a:pt x="33408" y="0"/>
                  </a:moveTo>
                  <a:lnTo>
                    <a:pt x="3111861" y="0"/>
                  </a:lnTo>
                  <a:cubicBezTo>
                    <a:pt x="3120722" y="0"/>
                    <a:pt x="3129219" y="3520"/>
                    <a:pt x="3135484" y="9785"/>
                  </a:cubicBezTo>
                  <a:cubicBezTo>
                    <a:pt x="3141749" y="16050"/>
                    <a:pt x="3145269" y="24547"/>
                    <a:pt x="3145269" y="33408"/>
                  </a:cubicBezTo>
                  <a:lnTo>
                    <a:pt x="3145269" y="1623652"/>
                  </a:lnTo>
                  <a:cubicBezTo>
                    <a:pt x="3145269" y="1632512"/>
                    <a:pt x="3141749" y="1641010"/>
                    <a:pt x="3135484" y="1647275"/>
                  </a:cubicBezTo>
                  <a:cubicBezTo>
                    <a:pt x="3129219" y="1653540"/>
                    <a:pt x="3120722" y="1657060"/>
                    <a:pt x="3111861" y="1657060"/>
                  </a:cubicBezTo>
                  <a:lnTo>
                    <a:pt x="33408" y="1657060"/>
                  </a:lnTo>
                  <a:cubicBezTo>
                    <a:pt x="24547" y="1657060"/>
                    <a:pt x="16050" y="1653540"/>
                    <a:pt x="9785" y="1647275"/>
                  </a:cubicBezTo>
                  <a:cubicBezTo>
                    <a:pt x="3520" y="1641010"/>
                    <a:pt x="0" y="1632512"/>
                    <a:pt x="0" y="1623652"/>
                  </a:cubicBezTo>
                  <a:lnTo>
                    <a:pt x="0" y="33408"/>
                  </a:lnTo>
                  <a:cubicBezTo>
                    <a:pt x="0" y="24547"/>
                    <a:pt x="3520" y="16050"/>
                    <a:pt x="9785" y="9785"/>
                  </a:cubicBezTo>
                  <a:cubicBezTo>
                    <a:pt x="16050" y="3520"/>
                    <a:pt x="24547" y="0"/>
                    <a:pt x="3340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145269" cy="170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8752" y="3128343"/>
            <a:ext cx="11083943" cy="529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4238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She (had been / has been) practicing the piano for hours before the concert.</a:t>
            </a:r>
          </a:p>
          <a:p>
            <a:pPr algn="l" marL="561341" indent="-280670" lvl="1">
              <a:lnSpc>
                <a:spcPts val="4238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They (were / had been) playing in the park all afternoon before the rain started.</a:t>
            </a:r>
          </a:p>
          <a:p>
            <a:pPr algn="l" marL="561341" indent="-280670" lvl="1">
              <a:lnSpc>
                <a:spcPts val="4238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 (had been / has been) studying for the test for days before he aced it.</a:t>
            </a:r>
          </a:p>
          <a:p>
            <a:pPr algn="l" marL="561341" indent="-280670" lvl="1">
              <a:lnSpc>
                <a:spcPts val="4238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 (are / had been) walking in the forest when we found the hidden treasure.</a:t>
            </a:r>
          </a:p>
          <a:p>
            <a:pPr algn="l" marL="561341" indent="-280670" lvl="1">
              <a:lnSpc>
                <a:spcPts val="4238"/>
              </a:lnSpc>
              <a:buAutoNum type="arabicPeriod" startAt="1"/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workers (had been / have been) building the bridge for months before it was completed.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586209" y="4567845"/>
            <a:ext cx="8389662" cy="5994795"/>
          </a:xfrm>
          <a:custGeom>
            <a:avLst/>
            <a:gdLst/>
            <a:ahLst/>
            <a:cxnLst/>
            <a:rect r="r" b="b" t="t" l="l"/>
            <a:pathLst>
              <a:path h="5994795" w="8389662">
                <a:moveTo>
                  <a:pt x="0" y="0"/>
                </a:moveTo>
                <a:lnTo>
                  <a:pt x="8389662" y="0"/>
                </a:lnTo>
                <a:lnTo>
                  <a:pt x="8389662" y="5994795"/>
                </a:lnTo>
                <a:lnTo>
                  <a:pt x="0" y="59947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72595"/>
            <a:ext cx="811530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00"/>
              </a:lnSpc>
              <a:spcBef>
                <a:spcPct val="0"/>
              </a:spcBef>
            </a:pPr>
            <a:r>
              <a:rPr lang="en-US" b="true" sz="5000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CHOICE QUIZ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936436" y="-175298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285806">
            <a:off x="4828354" y="8754951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4787" t="-19366" r="-395991" b="-52359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991981" y="304414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1"/>
                </a:lnTo>
                <a:lnTo>
                  <a:pt x="0" y="12046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7958" t="-383255" r="-322821" b="-15970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990012"/>
            <a:ext cx="11818792" cy="48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Choose the correct Past Perfect Continuous Tense sentence.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615415">
            <a:off x="14876922" y="2186982"/>
            <a:ext cx="9531714" cy="10417174"/>
          </a:xfrm>
          <a:custGeom>
            <a:avLst/>
            <a:gdLst/>
            <a:ahLst/>
            <a:cxnLst/>
            <a:rect r="r" b="b" t="t" l="l"/>
            <a:pathLst>
              <a:path h="10417174" w="9531714">
                <a:moveTo>
                  <a:pt x="0" y="0"/>
                </a:moveTo>
                <a:lnTo>
                  <a:pt x="9531714" y="0"/>
                </a:lnTo>
                <a:lnTo>
                  <a:pt x="9531714" y="10417174"/>
                </a:lnTo>
                <a:lnTo>
                  <a:pt x="0" y="10417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141175">
            <a:off x="-6199278" y="1856757"/>
            <a:ext cx="9531714" cy="10417174"/>
          </a:xfrm>
          <a:custGeom>
            <a:avLst/>
            <a:gdLst/>
            <a:ahLst/>
            <a:cxnLst/>
            <a:rect r="r" b="b" t="t" l="l"/>
            <a:pathLst>
              <a:path h="10417174" w="9531714">
                <a:moveTo>
                  <a:pt x="9531714" y="0"/>
                </a:moveTo>
                <a:lnTo>
                  <a:pt x="0" y="0"/>
                </a:lnTo>
                <a:lnTo>
                  <a:pt x="0" y="10417174"/>
                </a:lnTo>
                <a:lnTo>
                  <a:pt x="9531714" y="10417174"/>
                </a:lnTo>
                <a:lnTo>
                  <a:pt x="953171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657831" y="3239921"/>
            <a:ext cx="12972338" cy="2625500"/>
            <a:chOff x="0" y="0"/>
            <a:chExt cx="3452256" cy="698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52256" cy="698710"/>
            </a:xfrm>
            <a:custGeom>
              <a:avLst/>
              <a:gdLst/>
              <a:ahLst/>
              <a:cxnLst/>
              <a:rect r="r" b="b" t="t" l="l"/>
              <a:pathLst>
                <a:path h="698710" w="3452256">
                  <a:moveTo>
                    <a:pt x="30437" y="0"/>
                  </a:moveTo>
                  <a:lnTo>
                    <a:pt x="3421819" y="0"/>
                  </a:lnTo>
                  <a:cubicBezTo>
                    <a:pt x="3429891" y="0"/>
                    <a:pt x="3437633" y="3207"/>
                    <a:pt x="3443341" y="8915"/>
                  </a:cubicBezTo>
                  <a:cubicBezTo>
                    <a:pt x="3449049" y="14623"/>
                    <a:pt x="3452256" y="22365"/>
                    <a:pt x="3452256" y="30437"/>
                  </a:cubicBezTo>
                  <a:lnTo>
                    <a:pt x="3452256" y="668273"/>
                  </a:lnTo>
                  <a:cubicBezTo>
                    <a:pt x="3452256" y="676345"/>
                    <a:pt x="3449049" y="684087"/>
                    <a:pt x="3443341" y="689795"/>
                  </a:cubicBezTo>
                  <a:cubicBezTo>
                    <a:pt x="3437633" y="695503"/>
                    <a:pt x="3429891" y="698710"/>
                    <a:pt x="3421819" y="698710"/>
                  </a:cubicBezTo>
                  <a:lnTo>
                    <a:pt x="30437" y="698710"/>
                  </a:lnTo>
                  <a:cubicBezTo>
                    <a:pt x="22365" y="698710"/>
                    <a:pt x="14623" y="695503"/>
                    <a:pt x="8915" y="689795"/>
                  </a:cubicBezTo>
                  <a:cubicBezTo>
                    <a:pt x="3207" y="684087"/>
                    <a:pt x="0" y="676345"/>
                    <a:pt x="0" y="668273"/>
                  </a:cubicBezTo>
                  <a:lnTo>
                    <a:pt x="0" y="30437"/>
                  </a:lnTo>
                  <a:cubicBezTo>
                    <a:pt x="0" y="22365"/>
                    <a:pt x="3207" y="14623"/>
                    <a:pt x="8915" y="8915"/>
                  </a:cubicBezTo>
                  <a:cubicBezTo>
                    <a:pt x="14623" y="3207"/>
                    <a:pt x="22365" y="0"/>
                    <a:pt x="30437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3452256" cy="746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705544" y="5501351"/>
            <a:ext cx="7441664" cy="5263286"/>
          </a:xfrm>
          <a:custGeom>
            <a:avLst/>
            <a:gdLst/>
            <a:ahLst/>
            <a:cxnLst/>
            <a:rect r="r" b="b" t="t" l="l"/>
            <a:pathLst>
              <a:path h="5263286" w="7441664">
                <a:moveTo>
                  <a:pt x="0" y="0"/>
                </a:moveTo>
                <a:lnTo>
                  <a:pt x="7441664" y="0"/>
                </a:lnTo>
                <a:lnTo>
                  <a:pt x="7441664" y="5263286"/>
                </a:lnTo>
                <a:lnTo>
                  <a:pt x="0" y="5263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31294" y="1047750"/>
            <a:ext cx="1442541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SPOT THE MISTAKE IN THE STORY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68279" y="1973020"/>
            <a:ext cx="12551442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Read the story and find the mistakes in the use of Past Perfect Continuous Tense. Correct the sentences.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4892" y="3718076"/>
            <a:ext cx="11438217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Yesterday, Sarah was tired because she had run a marathon. She had been running for hours when she crossed the finish line. Then, she ate a delicious meal.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9050" y="841198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299306" y="841198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285806">
            <a:off x="172640" y="6074409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4787" t="-19366" r="-395991" b="-52359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212885">
            <a:off x="16522577" y="6463029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4787" t="-19366" r="-395991" b="-52359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10000">
            <a:off x="4781501" y="6683472"/>
            <a:ext cx="1848085" cy="1424194"/>
          </a:xfrm>
          <a:custGeom>
            <a:avLst/>
            <a:gdLst/>
            <a:ahLst/>
            <a:cxnLst/>
            <a:rect r="r" b="b" t="t" l="l"/>
            <a:pathLst>
              <a:path h="1424194" w="1848085">
                <a:moveTo>
                  <a:pt x="0" y="0"/>
                </a:moveTo>
                <a:lnTo>
                  <a:pt x="1848085" y="0"/>
                </a:lnTo>
                <a:lnTo>
                  <a:pt x="1848085" y="1424194"/>
                </a:lnTo>
                <a:lnTo>
                  <a:pt x="0" y="14241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12942" t="0" r="-204053" b="-32203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680970" y="2507789"/>
            <a:ext cx="1055153" cy="1083262"/>
          </a:xfrm>
          <a:custGeom>
            <a:avLst/>
            <a:gdLst/>
            <a:ahLst/>
            <a:cxnLst/>
            <a:rect r="r" b="b" t="t" l="l"/>
            <a:pathLst>
              <a:path h="1083262" w="1055153">
                <a:moveTo>
                  <a:pt x="0" y="0"/>
                </a:moveTo>
                <a:lnTo>
                  <a:pt x="1055153" y="0"/>
                </a:lnTo>
                <a:lnTo>
                  <a:pt x="1055153" y="1083263"/>
                </a:lnTo>
                <a:lnTo>
                  <a:pt x="0" y="10832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11131" t="0" r="-24652" b="-705216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28742" y="2765067"/>
            <a:ext cx="1055153" cy="1083262"/>
          </a:xfrm>
          <a:custGeom>
            <a:avLst/>
            <a:gdLst/>
            <a:ahLst/>
            <a:cxnLst/>
            <a:rect r="r" b="b" t="t" l="l"/>
            <a:pathLst>
              <a:path h="1083262" w="1055153">
                <a:moveTo>
                  <a:pt x="0" y="0"/>
                </a:moveTo>
                <a:lnTo>
                  <a:pt x="1055153" y="0"/>
                </a:lnTo>
                <a:lnTo>
                  <a:pt x="1055153" y="1083263"/>
                </a:lnTo>
                <a:lnTo>
                  <a:pt x="0" y="10832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11131" t="0" r="-24652" b="-705216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889710">
            <a:off x="10378792" y="4481322"/>
            <a:ext cx="11955828" cy="13066478"/>
          </a:xfrm>
          <a:custGeom>
            <a:avLst/>
            <a:gdLst/>
            <a:ahLst/>
            <a:cxnLst/>
            <a:rect r="r" b="b" t="t" l="l"/>
            <a:pathLst>
              <a:path h="13066478" w="11955828">
                <a:moveTo>
                  <a:pt x="0" y="0"/>
                </a:moveTo>
                <a:lnTo>
                  <a:pt x="11955828" y="0"/>
                </a:lnTo>
                <a:lnTo>
                  <a:pt x="11955828" y="13066479"/>
                </a:lnTo>
                <a:lnTo>
                  <a:pt x="0" y="13066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75825" y="4006480"/>
            <a:ext cx="11536350" cy="147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for joining us on this journey through daily life with the Past Perfect Continuous Tense. May your language skills continue to flourish!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8100000">
            <a:off x="-3128372" y="5281661"/>
            <a:ext cx="11955828" cy="13066478"/>
          </a:xfrm>
          <a:custGeom>
            <a:avLst/>
            <a:gdLst/>
            <a:ahLst/>
            <a:cxnLst/>
            <a:rect r="r" b="b" t="t" l="l"/>
            <a:pathLst>
              <a:path h="13066478" w="11955828">
                <a:moveTo>
                  <a:pt x="11955828" y="0"/>
                </a:moveTo>
                <a:lnTo>
                  <a:pt x="0" y="0"/>
                </a:lnTo>
                <a:lnTo>
                  <a:pt x="0" y="13066479"/>
                </a:lnTo>
                <a:lnTo>
                  <a:pt x="11955828" y="13066479"/>
                </a:lnTo>
                <a:lnTo>
                  <a:pt x="11955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51834" y="871363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706074" y="2993781"/>
            <a:ext cx="11593267" cy="7293219"/>
          </a:xfrm>
          <a:custGeom>
            <a:avLst/>
            <a:gdLst/>
            <a:ahLst/>
            <a:cxnLst/>
            <a:rect r="r" b="b" t="t" l="l"/>
            <a:pathLst>
              <a:path h="7293219" w="11593267">
                <a:moveTo>
                  <a:pt x="0" y="0"/>
                </a:moveTo>
                <a:lnTo>
                  <a:pt x="11593267" y="0"/>
                </a:lnTo>
                <a:lnTo>
                  <a:pt x="11593267" y="7293219"/>
                </a:lnTo>
                <a:lnTo>
                  <a:pt x="0" y="7293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41906" y="871363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45269" y="5688166"/>
            <a:ext cx="10556848" cy="7140268"/>
          </a:xfrm>
          <a:custGeom>
            <a:avLst/>
            <a:gdLst/>
            <a:ahLst/>
            <a:cxnLst/>
            <a:rect r="r" b="b" t="t" l="l"/>
            <a:pathLst>
              <a:path h="7140268" w="10556848">
                <a:moveTo>
                  <a:pt x="0" y="0"/>
                </a:moveTo>
                <a:lnTo>
                  <a:pt x="10556847" y="0"/>
                </a:lnTo>
                <a:lnTo>
                  <a:pt x="10556847" y="7140268"/>
                </a:lnTo>
                <a:lnTo>
                  <a:pt x="0" y="71402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31294" y="2348924"/>
            <a:ext cx="14425412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5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FOR EXPLORING DAILY LIFE WITH PAST PERFECT CONTINUOUS TENSE!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086600" y="-30861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16608">
            <a:off x="539322" y="701931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1"/>
                </a:lnTo>
                <a:lnTo>
                  <a:pt x="0" y="12046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4787" t="-19366" r="-395991" b="-52359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87360" y="3938870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47958" t="-383255" r="-322821" b="-159707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10000">
            <a:off x="10267432" y="8001537"/>
            <a:ext cx="1848085" cy="1424194"/>
          </a:xfrm>
          <a:custGeom>
            <a:avLst/>
            <a:gdLst/>
            <a:ahLst/>
            <a:cxnLst/>
            <a:rect r="r" b="b" t="t" l="l"/>
            <a:pathLst>
              <a:path h="1424194" w="1848085">
                <a:moveTo>
                  <a:pt x="0" y="0"/>
                </a:moveTo>
                <a:lnTo>
                  <a:pt x="1848085" y="0"/>
                </a:lnTo>
                <a:lnTo>
                  <a:pt x="1848085" y="1424194"/>
                </a:lnTo>
                <a:lnTo>
                  <a:pt x="0" y="14241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212942" t="0" r="-204053" b="-322039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C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3406691">
            <a:off x="11643588" y="-6296131"/>
            <a:ext cx="11955828" cy="13066478"/>
          </a:xfrm>
          <a:custGeom>
            <a:avLst/>
            <a:gdLst/>
            <a:ahLst/>
            <a:cxnLst/>
            <a:rect r="r" b="b" t="t" l="l"/>
            <a:pathLst>
              <a:path h="13066478" w="11955828">
                <a:moveTo>
                  <a:pt x="11955828" y="0"/>
                </a:moveTo>
                <a:lnTo>
                  <a:pt x="0" y="0"/>
                </a:lnTo>
                <a:lnTo>
                  <a:pt x="0" y="13066478"/>
                </a:lnTo>
                <a:lnTo>
                  <a:pt x="11955828" y="13066478"/>
                </a:lnTo>
                <a:lnTo>
                  <a:pt x="11955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51439" y="1364229"/>
            <a:ext cx="1253561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50"/>
              </a:lnSpc>
              <a:spcBef>
                <a:spcPct val="0"/>
              </a:spcBef>
            </a:pPr>
            <a:r>
              <a:rPr lang="en-US" b="true" sz="5000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TEACHER RESOURCES PAGE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49635" y="2313546"/>
            <a:ext cx="1093922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Find the magic and fun in presenting. Press the following keys while on Present mode!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51439" y="3747376"/>
            <a:ext cx="3405894" cy="2040232"/>
            <a:chOff x="0" y="0"/>
            <a:chExt cx="906392" cy="5429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6392" cy="542956"/>
            </a:xfrm>
            <a:custGeom>
              <a:avLst/>
              <a:gdLst/>
              <a:ahLst/>
              <a:cxnLst/>
              <a:rect r="r" b="b" t="t" l="l"/>
              <a:pathLst>
                <a:path h="542956" w="906392">
                  <a:moveTo>
                    <a:pt x="115928" y="0"/>
                  </a:moveTo>
                  <a:lnTo>
                    <a:pt x="790464" y="0"/>
                  </a:lnTo>
                  <a:cubicBezTo>
                    <a:pt x="854489" y="0"/>
                    <a:pt x="906392" y="51903"/>
                    <a:pt x="906392" y="115928"/>
                  </a:cubicBezTo>
                  <a:lnTo>
                    <a:pt x="906392" y="427028"/>
                  </a:lnTo>
                  <a:cubicBezTo>
                    <a:pt x="906392" y="491053"/>
                    <a:pt x="854489" y="542956"/>
                    <a:pt x="790464" y="542956"/>
                  </a:cubicBezTo>
                  <a:lnTo>
                    <a:pt x="115928" y="542956"/>
                  </a:lnTo>
                  <a:cubicBezTo>
                    <a:pt x="85182" y="542956"/>
                    <a:pt x="55695" y="530742"/>
                    <a:pt x="33954" y="509001"/>
                  </a:cubicBezTo>
                  <a:cubicBezTo>
                    <a:pt x="12214" y="487261"/>
                    <a:pt x="0" y="457774"/>
                    <a:pt x="0" y="427028"/>
                  </a:cubicBezTo>
                  <a:lnTo>
                    <a:pt x="0" y="115928"/>
                  </a:lnTo>
                  <a:cubicBezTo>
                    <a:pt x="0" y="51903"/>
                    <a:pt x="51903" y="0"/>
                    <a:pt x="11592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06392" cy="590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63582" y="4948467"/>
            <a:ext cx="1981608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Blur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95558" y="3747376"/>
            <a:ext cx="3405894" cy="2040232"/>
            <a:chOff x="0" y="0"/>
            <a:chExt cx="906392" cy="5429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6392" cy="542956"/>
            </a:xfrm>
            <a:custGeom>
              <a:avLst/>
              <a:gdLst/>
              <a:ahLst/>
              <a:cxnLst/>
              <a:rect r="r" b="b" t="t" l="l"/>
              <a:pathLst>
                <a:path h="542956" w="906392">
                  <a:moveTo>
                    <a:pt x="115928" y="0"/>
                  </a:moveTo>
                  <a:lnTo>
                    <a:pt x="790464" y="0"/>
                  </a:lnTo>
                  <a:cubicBezTo>
                    <a:pt x="854489" y="0"/>
                    <a:pt x="906392" y="51903"/>
                    <a:pt x="906392" y="115928"/>
                  </a:cubicBezTo>
                  <a:lnTo>
                    <a:pt x="906392" y="427028"/>
                  </a:lnTo>
                  <a:cubicBezTo>
                    <a:pt x="906392" y="491053"/>
                    <a:pt x="854489" y="542956"/>
                    <a:pt x="790464" y="542956"/>
                  </a:cubicBezTo>
                  <a:lnTo>
                    <a:pt x="115928" y="542956"/>
                  </a:lnTo>
                  <a:cubicBezTo>
                    <a:pt x="85182" y="542956"/>
                    <a:pt x="55695" y="530742"/>
                    <a:pt x="33954" y="509001"/>
                  </a:cubicBezTo>
                  <a:cubicBezTo>
                    <a:pt x="12214" y="487261"/>
                    <a:pt x="0" y="457774"/>
                    <a:pt x="0" y="427028"/>
                  </a:cubicBezTo>
                  <a:lnTo>
                    <a:pt x="0" y="115928"/>
                  </a:lnTo>
                  <a:cubicBezTo>
                    <a:pt x="0" y="51903"/>
                    <a:pt x="51903" y="0"/>
                    <a:pt x="11592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06392" cy="590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821721" y="4927905"/>
            <a:ext cx="275356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Confetti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39677" y="3747376"/>
            <a:ext cx="3405894" cy="2040232"/>
            <a:chOff x="0" y="0"/>
            <a:chExt cx="906392" cy="5429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6392" cy="542956"/>
            </a:xfrm>
            <a:custGeom>
              <a:avLst/>
              <a:gdLst/>
              <a:ahLst/>
              <a:cxnLst/>
              <a:rect r="r" b="b" t="t" l="l"/>
              <a:pathLst>
                <a:path h="542956" w="906392">
                  <a:moveTo>
                    <a:pt x="115928" y="0"/>
                  </a:moveTo>
                  <a:lnTo>
                    <a:pt x="790464" y="0"/>
                  </a:lnTo>
                  <a:cubicBezTo>
                    <a:pt x="854489" y="0"/>
                    <a:pt x="906392" y="51903"/>
                    <a:pt x="906392" y="115928"/>
                  </a:cubicBezTo>
                  <a:lnTo>
                    <a:pt x="906392" y="427028"/>
                  </a:lnTo>
                  <a:cubicBezTo>
                    <a:pt x="906392" y="491053"/>
                    <a:pt x="854489" y="542956"/>
                    <a:pt x="790464" y="542956"/>
                  </a:cubicBezTo>
                  <a:lnTo>
                    <a:pt x="115928" y="542956"/>
                  </a:lnTo>
                  <a:cubicBezTo>
                    <a:pt x="85182" y="542956"/>
                    <a:pt x="55695" y="530742"/>
                    <a:pt x="33954" y="509001"/>
                  </a:cubicBezTo>
                  <a:cubicBezTo>
                    <a:pt x="12214" y="487261"/>
                    <a:pt x="0" y="457774"/>
                    <a:pt x="0" y="427028"/>
                  </a:cubicBezTo>
                  <a:lnTo>
                    <a:pt x="0" y="115928"/>
                  </a:lnTo>
                  <a:cubicBezTo>
                    <a:pt x="0" y="51903"/>
                    <a:pt x="51903" y="0"/>
                    <a:pt x="11592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906392" cy="590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979999" y="4903461"/>
            <a:ext cx="3325250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a Drumroll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051439" y="6059394"/>
            <a:ext cx="3405894" cy="2040232"/>
            <a:chOff x="0" y="0"/>
            <a:chExt cx="906392" cy="5429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6392" cy="542956"/>
            </a:xfrm>
            <a:custGeom>
              <a:avLst/>
              <a:gdLst/>
              <a:ahLst/>
              <a:cxnLst/>
              <a:rect r="r" b="b" t="t" l="l"/>
              <a:pathLst>
                <a:path h="542956" w="906392">
                  <a:moveTo>
                    <a:pt x="115928" y="0"/>
                  </a:moveTo>
                  <a:lnTo>
                    <a:pt x="790464" y="0"/>
                  </a:lnTo>
                  <a:cubicBezTo>
                    <a:pt x="854489" y="0"/>
                    <a:pt x="906392" y="51903"/>
                    <a:pt x="906392" y="115928"/>
                  </a:cubicBezTo>
                  <a:lnTo>
                    <a:pt x="906392" y="427028"/>
                  </a:lnTo>
                  <a:cubicBezTo>
                    <a:pt x="906392" y="491053"/>
                    <a:pt x="854489" y="542956"/>
                    <a:pt x="790464" y="542956"/>
                  </a:cubicBezTo>
                  <a:lnTo>
                    <a:pt x="115928" y="542956"/>
                  </a:lnTo>
                  <a:cubicBezTo>
                    <a:pt x="85182" y="542956"/>
                    <a:pt x="55695" y="530742"/>
                    <a:pt x="33954" y="509001"/>
                  </a:cubicBezTo>
                  <a:cubicBezTo>
                    <a:pt x="12214" y="487261"/>
                    <a:pt x="0" y="457774"/>
                    <a:pt x="0" y="427028"/>
                  </a:cubicBezTo>
                  <a:lnTo>
                    <a:pt x="0" y="115928"/>
                  </a:lnTo>
                  <a:cubicBezTo>
                    <a:pt x="0" y="51903"/>
                    <a:pt x="51903" y="0"/>
                    <a:pt x="11592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06392" cy="590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161248" y="7232478"/>
            <a:ext cx="3186276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Bubbles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495558" y="6071615"/>
            <a:ext cx="3405894" cy="2040232"/>
            <a:chOff x="0" y="0"/>
            <a:chExt cx="906392" cy="5429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6392" cy="542956"/>
            </a:xfrm>
            <a:custGeom>
              <a:avLst/>
              <a:gdLst/>
              <a:ahLst/>
              <a:cxnLst/>
              <a:rect r="r" b="b" t="t" l="l"/>
              <a:pathLst>
                <a:path h="542956" w="906392">
                  <a:moveTo>
                    <a:pt x="115928" y="0"/>
                  </a:moveTo>
                  <a:lnTo>
                    <a:pt x="790464" y="0"/>
                  </a:lnTo>
                  <a:cubicBezTo>
                    <a:pt x="854489" y="0"/>
                    <a:pt x="906392" y="51903"/>
                    <a:pt x="906392" y="115928"/>
                  </a:cubicBezTo>
                  <a:lnTo>
                    <a:pt x="906392" y="427028"/>
                  </a:lnTo>
                  <a:cubicBezTo>
                    <a:pt x="906392" y="491053"/>
                    <a:pt x="854489" y="542956"/>
                    <a:pt x="790464" y="542956"/>
                  </a:cubicBezTo>
                  <a:lnTo>
                    <a:pt x="115928" y="542956"/>
                  </a:lnTo>
                  <a:cubicBezTo>
                    <a:pt x="85182" y="542956"/>
                    <a:pt x="55695" y="530742"/>
                    <a:pt x="33954" y="509001"/>
                  </a:cubicBezTo>
                  <a:cubicBezTo>
                    <a:pt x="12214" y="487261"/>
                    <a:pt x="0" y="457774"/>
                    <a:pt x="0" y="427028"/>
                  </a:cubicBezTo>
                  <a:lnTo>
                    <a:pt x="0" y="115928"/>
                  </a:lnTo>
                  <a:cubicBezTo>
                    <a:pt x="0" y="51903"/>
                    <a:pt x="51903" y="0"/>
                    <a:pt x="11592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06392" cy="590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207701" y="7289628"/>
            <a:ext cx="1981608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for Quiet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979999" y="6059394"/>
            <a:ext cx="3405894" cy="2040232"/>
            <a:chOff x="0" y="0"/>
            <a:chExt cx="906392" cy="5429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6392" cy="542956"/>
            </a:xfrm>
            <a:custGeom>
              <a:avLst/>
              <a:gdLst/>
              <a:ahLst/>
              <a:cxnLst/>
              <a:rect r="r" b="b" t="t" l="l"/>
              <a:pathLst>
                <a:path h="542956" w="906392">
                  <a:moveTo>
                    <a:pt x="115928" y="0"/>
                  </a:moveTo>
                  <a:lnTo>
                    <a:pt x="790464" y="0"/>
                  </a:lnTo>
                  <a:cubicBezTo>
                    <a:pt x="854489" y="0"/>
                    <a:pt x="906392" y="51903"/>
                    <a:pt x="906392" y="115928"/>
                  </a:cubicBezTo>
                  <a:lnTo>
                    <a:pt x="906392" y="427028"/>
                  </a:lnTo>
                  <a:cubicBezTo>
                    <a:pt x="906392" y="491053"/>
                    <a:pt x="854489" y="542956"/>
                    <a:pt x="790464" y="542956"/>
                  </a:cubicBezTo>
                  <a:lnTo>
                    <a:pt x="115928" y="542956"/>
                  </a:lnTo>
                  <a:cubicBezTo>
                    <a:pt x="85182" y="542956"/>
                    <a:pt x="55695" y="530742"/>
                    <a:pt x="33954" y="509001"/>
                  </a:cubicBezTo>
                  <a:cubicBezTo>
                    <a:pt x="12214" y="487261"/>
                    <a:pt x="0" y="457774"/>
                    <a:pt x="0" y="427028"/>
                  </a:cubicBezTo>
                  <a:lnTo>
                    <a:pt x="0" y="115928"/>
                  </a:lnTo>
                  <a:cubicBezTo>
                    <a:pt x="0" y="51903"/>
                    <a:pt x="51903" y="0"/>
                    <a:pt x="115928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06392" cy="590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692142" y="7289628"/>
            <a:ext cx="1981608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499"/>
              </a:lnSpc>
              <a:spcBef>
                <a:spcPct val="0"/>
              </a:spcBef>
            </a:pPr>
            <a:r>
              <a:rPr lang="en-US" b="true" sz="24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Close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72570" y="8711923"/>
            <a:ext cx="10939224" cy="47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858"/>
              </a:lnSpc>
              <a:spcBef>
                <a:spcPct val="0"/>
              </a:spcBef>
            </a:pPr>
            <a:r>
              <a:rPr lang="en-US" b="true" sz="2755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Any number from 0-9 for a timer.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40036" y="4115816"/>
            <a:ext cx="1028700" cy="8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5773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0036" y="6397208"/>
            <a:ext cx="1028700" cy="8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5773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684155" y="4153916"/>
            <a:ext cx="1028700" cy="8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5773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684155" y="6397208"/>
            <a:ext cx="1028700" cy="8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5773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28274" y="4153916"/>
            <a:ext cx="1028700" cy="8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5773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68596" y="6444833"/>
            <a:ext cx="1028700" cy="8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5773" strike="noStrike" u="non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X</a:t>
            </a:r>
          </a:p>
        </p:txBody>
      </p:sp>
      <p:sp>
        <p:nvSpPr>
          <p:cNvPr name="Freeform 36" id="36"/>
          <p:cNvSpPr/>
          <p:nvPr/>
        </p:nvSpPr>
        <p:spPr>
          <a:xfrm flipH="true" flipV="false" rot="9341237">
            <a:off x="-6301408" y="5295787"/>
            <a:ext cx="11955828" cy="13066478"/>
          </a:xfrm>
          <a:custGeom>
            <a:avLst/>
            <a:gdLst/>
            <a:ahLst/>
            <a:cxnLst/>
            <a:rect r="r" b="b" t="t" l="l"/>
            <a:pathLst>
              <a:path h="13066478" w="11955828">
                <a:moveTo>
                  <a:pt x="11955828" y="0"/>
                </a:moveTo>
                <a:lnTo>
                  <a:pt x="0" y="0"/>
                </a:lnTo>
                <a:lnTo>
                  <a:pt x="0" y="13066478"/>
                </a:lnTo>
                <a:lnTo>
                  <a:pt x="11955828" y="13066478"/>
                </a:lnTo>
                <a:lnTo>
                  <a:pt x="11955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917786" y="-183268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-1722263" y="-183268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42955" y="1730861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40" y="0"/>
                </a:lnTo>
                <a:lnTo>
                  <a:pt x="1371940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4787" t="-19366" r="-395991" b="-523595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12087" y="8817409"/>
            <a:ext cx="1371940" cy="1204630"/>
          </a:xfrm>
          <a:custGeom>
            <a:avLst/>
            <a:gdLst/>
            <a:ahLst/>
            <a:cxnLst/>
            <a:rect r="r" b="b" t="t" l="l"/>
            <a:pathLst>
              <a:path h="1204630" w="1371940">
                <a:moveTo>
                  <a:pt x="0" y="0"/>
                </a:moveTo>
                <a:lnTo>
                  <a:pt x="1371939" y="0"/>
                </a:lnTo>
                <a:lnTo>
                  <a:pt x="1371939" y="1204630"/>
                </a:lnTo>
                <a:lnTo>
                  <a:pt x="0" y="1204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47958" t="-383255" r="-322821" b="-159707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6204147" y="1917973"/>
            <a:ext cx="1055153" cy="1083262"/>
          </a:xfrm>
          <a:custGeom>
            <a:avLst/>
            <a:gdLst/>
            <a:ahLst/>
            <a:cxnLst/>
            <a:rect r="r" b="b" t="t" l="l"/>
            <a:pathLst>
              <a:path h="1083262" w="1055153">
                <a:moveTo>
                  <a:pt x="0" y="0"/>
                </a:moveTo>
                <a:lnTo>
                  <a:pt x="1055153" y="0"/>
                </a:lnTo>
                <a:lnTo>
                  <a:pt x="1055153" y="1083262"/>
                </a:lnTo>
                <a:lnTo>
                  <a:pt x="0" y="1083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11131" t="0" r="-24652" b="-705216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5385893" y="6397208"/>
            <a:ext cx="3909141" cy="4209376"/>
          </a:xfrm>
          <a:custGeom>
            <a:avLst/>
            <a:gdLst/>
            <a:ahLst/>
            <a:cxnLst/>
            <a:rect r="r" b="b" t="t" l="l"/>
            <a:pathLst>
              <a:path h="4209376" w="3909141">
                <a:moveTo>
                  <a:pt x="0" y="0"/>
                </a:moveTo>
                <a:lnTo>
                  <a:pt x="3909141" y="0"/>
                </a:lnTo>
                <a:lnTo>
                  <a:pt x="3909141" y="4209376"/>
                </a:lnTo>
                <a:lnTo>
                  <a:pt x="0" y="4209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42484" r="-269176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DAHWsnslcGw</dc:identifier>
  <dcterms:modified xsi:type="dcterms:W3CDTF">2011-08-01T06:04:30Z</dcterms:modified>
  <cp:revision>1</cp:revision>
  <dc:title>Past Perfect Continuous Tense Presentation</dc:title>
</cp:coreProperties>
</file>