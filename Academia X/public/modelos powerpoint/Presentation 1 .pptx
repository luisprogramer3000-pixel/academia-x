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TLWG Typewriter" charset="1" panose="02000603000000000000"/>
      <p:regular r:id="rId30"/>
    </p:embeddedFont>
    <p:embeddedFont>
      <p:font typeface="Heartland Sans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jpe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jpeg" Type="http://schemas.openxmlformats.org/officeDocument/2006/relationships/image"/><Relationship Id="rId4" Target="../media/image38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jpeg" Type="http://schemas.openxmlformats.org/officeDocument/2006/relationships/image"/><Relationship Id="rId4" Target="../media/image38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jpeg" Type="http://schemas.openxmlformats.org/officeDocument/2006/relationships/image"/><Relationship Id="rId4" Target="../media/image38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6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49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23.png" Type="http://schemas.openxmlformats.org/officeDocument/2006/relationships/image"/><Relationship Id="rId5" Target="../media/image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47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23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6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48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2545" y="777386"/>
            <a:ext cx="16053689" cy="8829529"/>
          </a:xfrm>
          <a:custGeom>
            <a:avLst/>
            <a:gdLst/>
            <a:ahLst/>
            <a:cxnLst/>
            <a:rect r="r" b="b" t="t" l="l"/>
            <a:pathLst>
              <a:path h="8829529" w="16053689">
                <a:moveTo>
                  <a:pt x="0" y="0"/>
                </a:moveTo>
                <a:lnTo>
                  <a:pt x="16053689" y="0"/>
                </a:lnTo>
                <a:lnTo>
                  <a:pt x="16053689" y="8829529"/>
                </a:lnTo>
                <a:lnTo>
                  <a:pt x="0" y="8829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66468" y="1837172"/>
            <a:ext cx="11063494" cy="5419268"/>
            <a:chOff x="0" y="0"/>
            <a:chExt cx="14751325" cy="7225690"/>
          </a:xfrm>
        </p:grpSpPr>
        <p:sp>
          <p:nvSpPr>
            <p:cNvPr name="Freeform 5" id="5"/>
            <p:cNvSpPr/>
            <p:nvPr/>
          </p:nvSpPr>
          <p:spPr>
            <a:xfrm flipH="false" flipV="false" rot="-457334">
              <a:off x="3325172" y="191132"/>
              <a:ext cx="3135645" cy="3808476"/>
            </a:xfrm>
            <a:custGeom>
              <a:avLst/>
              <a:gdLst/>
              <a:ahLst/>
              <a:cxnLst/>
              <a:rect r="r" b="b" t="t" l="l"/>
              <a:pathLst>
                <a:path h="3808476" w="3135645">
                  <a:moveTo>
                    <a:pt x="0" y="0"/>
                  </a:moveTo>
                  <a:lnTo>
                    <a:pt x="3135645" y="0"/>
                  </a:lnTo>
                  <a:lnTo>
                    <a:pt x="3135645" y="3808476"/>
                  </a:lnTo>
                  <a:lnTo>
                    <a:pt x="0" y="3808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365764">
              <a:off x="5604796" y="1579656"/>
              <a:ext cx="2375586" cy="2419952"/>
            </a:xfrm>
            <a:custGeom>
              <a:avLst/>
              <a:gdLst/>
              <a:ahLst/>
              <a:cxnLst/>
              <a:rect r="r" b="b" t="t" l="l"/>
              <a:pathLst>
                <a:path h="2419952" w="2375586">
                  <a:moveTo>
                    <a:pt x="0" y="0"/>
                  </a:moveTo>
                  <a:lnTo>
                    <a:pt x="2375585" y="0"/>
                  </a:lnTo>
                  <a:lnTo>
                    <a:pt x="2375585" y="2419952"/>
                  </a:lnTo>
                  <a:lnTo>
                    <a:pt x="0" y="2419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316200">
              <a:off x="9149548" y="191132"/>
              <a:ext cx="2345386" cy="3808476"/>
            </a:xfrm>
            <a:custGeom>
              <a:avLst/>
              <a:gdLst/>
              <a:ahLst/>
              <a:cxnLst/>
              <a:rect r="r" b="b" t="t" l="l"/>
              <a:pathLst>
                <a:path h="3808476" w="2345386">
                  <a:moveTo>
                    <a:pt x="0" y="0"/>
                  </a:moveTo>
                  <a:lnTo>
                    <a:pt x="2345386" y="0"/>
                  </a:lnTo>
                  <a:lnTo>
                    <a:pt x="2345386" y="3808476"/>
                  </a:lnTo>
                  <a:lnTo>
                    <a:pt x="0" y="3808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-400013">
              <a:off x="7623876" y="1579656"/>
              <a:ext cx="1987385" cy="2419952"/>
            </a:xfrm>
            <a:custGeom>
              <a:avLst/>
              <a:gdLst/>
              <a:ahLst/>
              <a:cxnLst/>
              <a:rect r="r" b="b" t="t" l="l"/>
              <a:pathLst>
                <a:path h="2419952" w="1987385">
                  <a:moveTo>
                    <a:pt x="0" y="0"/>
                  </a:moveTo>
                  <a:lnTo>
                    <a:pt x="1987386" y="0"/>
                  </a:lnTo>
                  <a:lnTo>
                    <a:pt x="1987386" y="2419952"/>
                  </a:lnTo>
                  <a:lnTo>
                    <a:pt x="0" y="2419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285256">
              <a:off x="1515304" y="5236850"/>
              <a:ext cx="1839983" cy="1900972"/>
            </a:xfrm>
            <a:custGeom>
              <a:avLst/>
              <a:gdLst/>
              <a:ahLst/>
              <a:cxnLst/>
              <a:rect r="r" b="b" t="t" l="l"/>
              <a:pathLst>
                <a:path h="1900972" w="1839983">
                  <a:moveTo>
                    <a:pt x="0" y="0"/>
                  </a:moveTo>
                  <a:lnTo>
                    <a:pt x="1839982" y="0"/>
                  </a:lnTo>
                  <a:lnTo>
                    <a:pt x="1839982" y="1900972"/>
                  </a:lnTo>
                  <a:lnTo>
                    <a:pt x="0" y="1900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340672">
              <a:off x="89850" y="5236850"/>
              <a:ext cx="1706915" cy="1900972"/>
            </a:xfrm>
            <a:custGeom>
              <a:avLst/>
              <a:gdLst/>
              <a:ahLst/>
              <a:cxnLst/>
              <a:rect r="r" b="b" t="t" l="l"/>
              <a:pathLst>
                <a:path h="1900972" w="1706915">
                  <a:moveTo>
                    <a:pt x="0" y="0"/>
                  </a:moveTo>
                  <a:lnTo>
                    <a:pt x="1706914" y="0"/>
                  </a:lnTo>
                  <a:lnTo>
                    <a:pt x="1706914" y="1900972"/>
                  </a:lnTo>
                  <a:lnTo>
                    <a:pt x="0" y="1900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-297115">
              <a:off x="3128143" y="5236850"/>
              <a:ext cx="2118075" cy="1900972"/>
            </a:xfrm>
            <a:custGeom>
              <a:avLst/>
              <a:gdLst/>
              <a:ahLst/>
              <a:cxnLst/>
              <a:rect r="r" b="b" t="t" l="l"/>
              <a:pathLst>
                <a:path h="1900972" w="2118075">
                  <a:moveTo>
                    <a:pt x="0" y="0"/>
                  </a:moveTo>
                  <a:lnTo>
                    <a:pt x="2118075" y="0"/>
                  </a:lnTo>
                  <a:lnTo>
                    <a:pt x="2118075" y="1900972"/>
                  </a:lnTo>
                  <a:lnTo>
                    <a:pt x="0" y="1900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118612">
              <a:off x="4749651" y="4387685"/>
              <a:ext cx="1680252" cy="2728421"/>
            </a:xfrm>
            <a:custGeom>
              <a:avLst/>
              <a:gdLst/>
              <a:ahLst/>
              <a:cxnLst/>
              <a:rect r="r" b="b" t="t" l="l"/>
              <a:pathLst>
                <a:path h="2728421" w="1680252">
                  <a:moveTo>
                    <a:pt x="0" y="0"/>
                  </a:moveTo>
                  <a:lnTo>
                    <a:pt x="1680253" y="0"/>
                  </a:lnTo>
                  <a:lnTo>
                    <a:pt x="1680253" y="2728421"/>
                  </a:lnTo>
                  <a:lnTo>
                    <a:pt x="0" y="2728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187888">
              <a:off x="6068287" y="5028403"/>
              <a:ext cx="996006" cy="1879256"/>
            </a:xfrm>
            <a:custGeom>
              <a:avLst/>
              <a:gdLst/>
              <a:ahLst/>
              <a:cxnLst/>
              <a:rect r="r" b="b" t="t" l="l"/>
              <a:pathLst>
                <a:path h="1879256" w="996006">
                  <a:moveTo>
                    <a:pt x="0" y="0"/>
                  </a:moveTo>
                  <a:lnTo>
                    <a:pt x="996006" y="0"/>
                  </a:lnTo>
                  <a:lnTo>
                    <a:pt x="996006" y="1879256"/>
                  </a:lnTo>
                  <a:lnTo>
                    <a:pt x="0" y="1879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125922">
              <a:off x="6702677" y="5215133"/>
              <a:ext cx="2118075" cy="1900972"/>
            </a:xfrm>
            <a:custGeom>
              <a:avLst/>
              <a:gdLst/>
              <a:ahLst/>
              <a:cxnLst/>
              <a:rect r="r" b="b" t="t" l="l"/>
              <a:pathLst>
                <a:path h="1900972" w="2118075">
                  <a:moveTo>
                    <a:pt x="0" y="0"/>
                  </a:moveTo>
                  <a:lnTo>
                    <a:pt x="2118075" y="0"/>
                  </a:lnTo>
                  <a:lnTo>
                    <a:pt x="2118075" y="1900973"/>
                  </a:lnTo>
                  <a:lnTo>
                    <a:pt x="0" y="1900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-283905">
              <a:off x="8459135" y="5215133"/>
              <a:ext cx="2047306" cy="1879256"/>
            </a:xfrm>
            <a:custGeom>
              <a:avLst/>
              <a:gdLst/>
              <a:ahLst/>
              <a:cxnLst/>
              <a:rect r="r" b="b" t="t" l="l"/>
              <a:pathLst>
                <a:path h="1879256" w="2047306">
                  <a:moveTo>
                    <a:pt x="0" y="0"/>
                  </a:moveTo>
                  <a:lnTo>
                    <a:pt x="2047306" y="0"/>
                  </a:lnTo>
                  <a:lnTo>
                    <a:pt x="2047306" y="1879256"/>
                  </a:lnTo>
                  <a:lnTo>
                    <a:pt x="0" y="1879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-163231">
              <a:off x="11623191" y="5193417"/>
              <a:ext cx="2047306" cy="1879256"/>
            </a:xfrm>
            <a:custGeom>
              <a:avLst/>
              <a:gdLst/>
              <a:ahLst/>
              <a:cxnLst/>
              <a:rect r="r" b="b" t="t" l="l"/>
              <a:pathLst>
                <a:path h="1879256" w="2047306">
                  <a:moveTo>
                    <a:pt x="0" y="0"/>
                  </a:moveTo>
                  <a:lnTo>
                    <a:pt x="2047306" y="0"/>
                  </a:lnTo>
                  <a:lnTo>
                    <a:pt x="2047306" y="1879256"/>
                  </a:lnTo>
                  <a:lnTo>
                    <a:pt x="0" y="1879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367811">
              <a:off x="10144825" y="5193417"/>
              <a:ext cx="1839983" cy="1900972"/>
            </a:xfrm>
            <a:custGeom>
              <a:avLst/>
              <a:gdLst/>
              <a:ahLst/>
              <a:cxnLst/>
              <a:rect r="r" b="b" t="t" l="l"/>
              <a:pathLst>
                <a:path h="1900972" w="1839983">
                  <a:moveTo>
                    <a:pt x="0" y="0"/>
                  </a:moveTo>
                  <a:lnTo>
                    <a:pt x="1839982" y="0"/>
                  </a:lnTo>
                  <a:lnTo>
                    <a:pt x="1839982" y="1900972"/>
                  </a:lnTo>
                  <a:lnTo>
                    <a:pt x="0" y="1900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168356">
              <a:off x="13308880" y="5236850"/>
              <a:ext cx="1401513" cy="1706561"/>
            </a:xfrm>
            <a:custGeom>
              <a:avLst/>
              <a:gdLst/>
              <a:ahLst/>
              <a:cxnLst/>
              <a:rect r="r" b="b" t="t" l="l"/>
              <a:pathLst>
                <a:path h="1706561" w="1401513">
                  <a:moveTo>
                    <a:pt x="0" y="0"/>
                  </a:moveTo>
                  <a:lnTo>
                    <a:pt x="1401514" y="0"/>
                  </a:lnTo>
                  <a:lnTo>
                    <a:pt x="1401514" y="1706561"/>
                  </a:lnTo>
                  <a:lnTo>
                    <a:pt x="0" y="17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-1629062">
            <a:off x="1441692" y="1420952"/>
            <a:ext cx="7834706" cy="3701899"/>
          </a:xfrm>
          <a:custGeom>
            <a:avLst/>
            <a:gdLst/>
            <a:ahLst/>
            <a:cxnLst/>
            <a:rect r="r" b="b" t="t" l="l"/>
            <a:pathLst>
              <a:path h="3701899" w="7834706">
                <a:moveTo>
                  <a:pt x="0" y="0"/>
                </a:moveTo>
                <a:lnTo>
                  <a:pt x="7834706" y="0"/>
                </a:lnTo>
                <a:lnTo>
                  <a:pt x="7834706" y="3701898"/>
                </a:lnTo>
                <a:lnTo>
                  <a:pt x="0" y="3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05147" y="1663646"/>
            <a:ext cx="4907677" cy="11185588"/>
          </a:xfrm>
          <a:custGeom>
            <a:avLst/>
            <a:gdLst/>
            <a:ahLst/>
            <a:cxnLst/>
            <a:rect r="r" b="b" t="t" l="l"/>
            <a:pathLst>
              <a:path h="11185588" w="4907677">
                <a:moveTo>
                  <a:pt x="0" y="0"/>
                </a:moveTo>
                <a:lnTo>
                  <a:pt x="4907676" y="0"/>
                </a:lnTo>
                <a:lnTo>
                  <a:pt x="4907676" y="11185588"/>
                </a:lnTo>
                <a:lnTo>
                  <a:pt x="0" y="1118558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12823" y="320040"/>
            <a:ext cx="2692297" cy="2396144"/>
          </a:xfrm>
          <a:custGeom>
            <a:avLst/>
            <a:gdLst/>
            <a:ahLst/>
            <a:cxnLst/>
            <a:rect r="r" b="b" t="t" l="l"/>
            <a:pathLst>
              <a:path h="2396144" w="2692297">
                <a:moveTo>
                  <a:pt x="0" y="0"/>
                </a:moveTo>
                <a:lnTo>
                  <a:pt x="2692297" y="0"/>
                </a:lnTo>
                <a:lnTo>
                  <a:pt x="2692297" y="2396144"/>
                </a:lnTo>
                <a:lnTo>
                  <a:pt x="0" y="23961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318844" y="7330529"/>
            <a:ext cx="11063494" cy="8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 mystery of the missing cake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4306" y="-425749"/>
            <a:ext cx="19302250" cy="10712749"/>
          </a:xfrm>
          <a:custGeom>
            <a:avLst/>
            <a:gdLst/>
            <a:ahLst/>
            <a:cxnLst/>
            <a:rect r="r" b="b" t="t" l="l"/>
            <a:pathLst>
              <a:path h="10712749" w="19302250">
                <a:moveTo>
                  <a:pt x="0" y="0"/>
                </a:moveTo>
                <a:lnTo>
                  <a:pt x="19302251" y="0"/>
                </a:lnTo>
                <a:lnTo>
                  <a:pt x="19302251" y="10712749"/>
                </a:lnTo>
                <a:lnTo>
                  <a:pt x="0" y="107127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2577" y="6505584"/>
            <a:ext cx="12112695" cy="104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A messy kitchen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94167" y="1770913"/>
            <a:ext cx="5693833" cy="8793564"/>
          </a:xfrm>
          <a:custGeom>
            <a:avLst/>
            <a:gdLst/>
            <a:ahLst/>
            <a:cxnLst/>
            <a:rect r="r" b="b" t="t" l="l"/>
            <a:pathLst>
              <a:path h="8793564" w="5693833">
                <a:moveTo>
                  <a:pt x="0" y="0"/>
                </a:moveTo>
                <a:lnTo>
                  <a:pt x="5693833" y="0"/>
                </a:lnTo>
                <a:lnTo>
                  <a:pt x="5693833" y="8793564"/>
                </a:lnTo>
                <a:lnTo>
                  <a:pt x="0" y="8793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63854">
            <a:off x="7380872" y="1767464"/>
            <a:ext cx="4989363" cy="1515519"/>
          </a:xfrm>
          <a:custGeom>
            <a:avLst/>
            <a:gdLst/>
            <a:ahLst/>
            <a:cxnLst/>
            <a:rect r="r" b="b" t="t" l="l"/>
            <a:pathLst>
              <a:path h="1515519" w="4989363">
                <a:moveTo>
                  <a:pt x="0" y="0"/>
                </a:moveTo>
                <a:lnTo>
                  <a:pt x="4989364" y="0"/>
                </a:lnTo>
                <a:lnTo>
                  <a:pt x="4989364" y="1515519"/>
                </a:lnTo>
                <a:lnTo>
                  <a:pt x="0" y="1515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2577" y="7726896"/>
            <a:ext cx="12112695" cy="104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5799" strike="noStrike" u="non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An empty cake stand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748" y="8967258"/>
            <a:ext cx="12594352" cy="104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19"/>
              </a:lnSpc>
              <a:spcBef>
                <a:spcPct val="0"/>
              </a:spcBef>
            </a:pPr>
            <a:r>
              <a:rPr lang="en-US" b="true" sz="5799" strike="noStrike" u="non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Frosting on the floor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83168" y="3542289"/>
            <a:ext cx="3325756" cy="2444431"/>
          </a:xfrm>
          <a:custGeom>
            <a:avLst/>
            <a:gdLst/>
            <a:ahLst/>
            <a:cxnLst/>
            <a:rect r="r" b="b" t="t" l="l"/>
            <a:pathLst>
              <a:path h="2444431" w="3325756">
                <a:moveTo>
                  <a:pt x="0" y="0"/>
                </a:moveTo>
                <a:lnTo>
                  <a:pt x="3325756" y="0"/>
                </a:lnTo>
                <a:lnTo>
                  <a:pt x="3325756" y="2444431"/>
                </a:lnTo>
                <a:lnTo>
                  <a:pt x="0" y="2444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91162" y="9201021"/>
            <a:ext cx="10305676" cy="3246288"/>
          </a:xfrm>
          <a:custGeom>
            <a:avLst/>
            <a:gdLst/>
            <a:ahLst/>
            <a:cxnLst/>
            <a:rect r="r" b="b" t="t" l="l"/>
            <a:pathLst>
              <a:path h="3246288" w="10305676">
                <a:moveTo>
                  <a:pt x="0" y="0"/>
                </a:moveTo>
                <a:lnTo>
                  <a:pt x="10305676" y="0"/>
                </a:lnTo>
                <a:lnTo>
                  <a:pt x="10305676" y="3246288"/>
                </a:lnTo>
                <a:lnTo>
                  <a:pt x="0" y="324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17521" y="5793507"/>
            <a:ext cx="7652957" cy="5347504"/>
          </a:xfrm>
          <a:custGeom>
            <a:avLst/>
            <a:gdLst/>
            <a:ahLst/>
            <a:cxnLst/>
            <a:rect r="r" b="b" t="t" l="l"/>
            <a:pathLst>
              <a:path h="5347504" w="7652957">
                <a:moveTo>
                  <a:pt x="0" y="0"/>
                </a:moveTo>
                <a:lnTo>
                  <a:pt x="7652958" y="0"/>
                </a:lnTo>
                <a:lnTo>
                  <a:pt x="7652958" y="5347504"/>
                </a:lnTo>
                <a:lnTo>
                  <a:pt x="0" y="5347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184777">
            <a:off x="9962131" y="5452847"/>
            <a:ext cx="2099851" cy="2434610"/>
          </a:xfrm>
          <a:custGeom>
            <a:avLst/>
            <a:gdLst/>
            <a:ahLst/>
            <a:cxnLst/>
            <a:rect r="r" b="b" t="t" l="l"/>
            <a:pathLst>
              <a:path h="2434610" w="2099851">
                <a:moveTo>
                  <a:pt x="0" y="0"/>
                </a:moveTo>
                <a:lnTo>
                  <a:pt x="2099851" y="0"/>
                </a:lnTo>
                <a:lnTo>
                  <a:pt x="2099851" y="2434610"/>
                </a:lnTo>
                <a:lnTo>
                  <a:pt x="0" y="2434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81122" y="4471076"/>
            <a:ext cx="3325756" cy="2444431"/>
          </a:xfrm>
          <a:custGeom>
            <a:avLst/>
            <a:gdLst/>
            <a:ahLst/>
            <a:cxnLst/>
            <a:rect r="r" b="b" t="t" l="l"/>
            <a:pathLst>
              <a:path h="2444431" w="3325756">
                <a:moveTo>
                  <a:pt x="0" y="0"/>
                </a:moveTo>
                <a:lnTo>
                  <a:pt x="3325756" y="0"/>
                </a:lnTo>
                <a:lnTo>
                  <a:pt x="3325756" y="2444431"/>
                </a:lnTo>
                <a:lnTo>
                  <a:pt x="0" y="24444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6023" y="387329"/>
            <a:ext cx="17375955" cy="290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9"/>
              </a:lnSpc>
            </a:pPr>
            <a:r>
              <a:rPr lang="en-US" sz="73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It’s a case for detectives </a:t>
            </a:r>
          </a:p>
          <a:p>
            <a:pPr algn="ctr">
              <a:lnSpc>
                <a:spcPts val="7399"/>
              </a:lnSpc>
            </a:pPr>
            <a:r>
              <a:rPr lang="en-US" sz="73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Al. E By and</a:t>
            </a:r>
          </a:p>
          <a:p>
            <a:pPr algn="ctr" marL="0" indent="0" lvl="0">
              <a:lnSpc>
                <a:spcPts val="7399"/>
              </a:lnSpc>
            </a:pPr>
            <a:r>
              <a:rPr lang="en-US" sz="73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I.C. Cake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1067" y="1897592"/>
            <a:ext cx="3680853" cy="8389408"/>
          </a:xfrm>
          <a:custGeom>
            <a:avLst/>
            <a:gdLst/>
            <a:ahLst/>
            <a:cxnLst/>
            <a:rect r="r" b="b" t="t" l="l"/>
            <a:pathLst>
              <a:path h="8389408" w="3680853">
                <a:moveTo>
                  <a:pt x="0" y="0"/>
                </a:moveTo>
                <a:lnTo>
                  <a:pt x="3680852" y="0"/>
                </a:lnTo>
                <a:lnTo>
                  <a:pt x="3680852" y="8389408"/>
                </a:lnTo>
                <a:lnTo>
                  <a:pt x="0" y="8389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835474" y="1897592"/>
            <a:ext cx="3796207" cy="8389408"/>
          </a:xfrm>
          <a:custGeom>
            <a:avLst/>
            <a:gdLst/>
            <a:ahLst/>
            <a:cxnLst/>
            <a:rect r="r" b="b" t="t" l="l"/>
            <a:pathLst>
              <a:path h="8389408" w="3796207">
                <a:moveTo>
                  <a:pt x="3796207" y="0"/>
                </a:moveTo>
                <a:lnTo>
                  <a:pt x="0" y="0"/>
                </a:lnTo>
                <a:lnTo>
                  <a:pt x="0" y="8389408"/>
                </a:lnTo>
                <a:lnTo>
                  <a:pt x="3796207" y="8389408"/>
                </a:lnTo>
                <a:lnTo>
                  <a:pt x="3796207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94020"/>
            <a:ext cx="12000627" cy="339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38"/>
              </a:lnSpc>
            </a:pPr>
            <a:r>
              <a:rPr lang="en-US" sz="7598" spc="-83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Someone stole the birthday cake at 6:00 p.m. yesterday.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6023" y="501629"/>
            <a:ext cx="17375955" cy="15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11425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What happened?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151125" y="1897592"/>
            <a:ext cx="3680853" cy="8389408"/>
          </a:xfrm>
          <a:custGeom>
            <a:avLst/>
            <a:gdLst/>
            <a:ahLst/>
            <a:cxnLst/>
            <a:rect r="r" b="b" t="t" l="l"/>
            <a:pathLst>
              <a:path h="8389408" w="3680853">
                <a:moveTo>
                  <a:pt x="3680852" y="0"/>
                </a:moveTo>
                <a:lnTo>
                  <a:pt x="0" y="0"/>
                </a:lnTo>
                <a:lnTo>
                  <a:pt x="0" y="8389408"/>
                </a:lnTo>
                <a:lnTo>
                  <a:pt x="3680852" y="8389408"/>
                </a:lnTo>
                <a:lnTo>
                  <a:pt x="368085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4599"/>
            <a:ext cx="5655535" cy="7655546"/>
          </a:xfrm>
          <a:custGeom>
            <a:avLst/>
            <a:gdLst/>
            <a:ahLst/>
            <a:cxnLst/>
            <a:rect r="r" b="b" t="t" l="l"/>
            <a:pathLst>
              <a:path h="7655546" w="5655535">
                <a:moveTo>
                  <a:pt x="0" y="0"/>
                </a:moveTo>
                <a:lnTo>
                  <a:pt x="5655535" y="0"/>
                </a:lnTo>
                <a:lnTo>
                  <a:pt x="5655535" y="7655547"/>
                </a:lnTo>
                <a:lnTo>
                  <a:pt x="0" y="7655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92482" y="3890770"/>
            <a:ext cx="4520384" cy="4543657"/>
            <a:chOff x="0" y="0"/>
            <a:chExt cx="700326" cy="703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0326" cy="703931"/>
            </a:xfrm>
            <a:custGeom>
              <a:avLst/>
              <a:gdLst/>
              <a:ahLst/>
              <a:cxnLst/>
              <a:rect r="r" b="b" t="t" l="l"/>
              <a:pathLst>
                <a:path h="703931" w="700326">
                  <a:moveTo>
                    <a:pt x="0" y="0"/>
                  </a:moveTo>
                  <a:lnTo>
                    <a:pt x="700326" y="0"/>
                  </a:lnTo>
                  <a:lnTo>
                    <a:pt x="700326" y="703931"/>
                  </a:lnTo>
                  <a:lnTo>
                    <a:pt x="0" y="703931"/>
                  </a:lnTo>
                  <a:close/>
                </a:path>
              </a:pathLst>
            </a:custGeom>
            <a:blipFill>
              <a:blip r:embed="rId4"/>
              <a:stretch>
                <a:fillRect l="-320" t="0" r="-320" b="0"/>
              </a:stretch>
            </a:blipFill>
            <a:ln w="38100" cap="sq">
              <a:solidFill>
                <a:srgbClr val="382921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94576" y="4091394"/>
            <a:ext cx="4570664" cy="4295408"/>
          </a:xfrm>
          <a:custGeom>
            <a:avLst/>
            <a:gdLst/>
            <a:ahLst/>
            <a:cxnLst/>
            <a:rect r="r" b="b" t="t" l="l"/>
            <a:pathLst>
              <a:path h="4295408" w="4570664">
                <a:moveTo>
                  <a:pt x="0" y="0"/>
                </a:moveTo>
                <a:lnTo>
                  <a:pt x="4570664" y="0"/>
                </a:lnTo>
                <a:lnTo>
                  <a:pt x="4570664" y="4295408"/>
                </a:lnTo>
                <a:lnTo>
                  <a:pt x="0" y="4295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112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023" y="501629"/>
            <a:ext cx="17375955" cy="15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11425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Meet the suspects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7915" y="3175510"/>
            <a:ext cx="10564063" cy="485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Max is very serious and always says he is “studying.” Always.</a:t>
            </a:r>
          </a:p>
          <a:p>
            <a:pPr algn="ctr" marL="0" indent="0" lvl="0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But he once wrote an essay about chocolate cake instead of history.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4599"/>
            <a:ext cx="5655535" cy="7655546"/>
          </a:xfrm>
          <a:custGeom>
            <a:avLst/>
            <a:gdLst/>
            <a:ahLst/>
            <a:cxnLst/>
            <a:rect r="r" b="b" t="t" l="l"/>
            <a:pathLst>
              <a:path h="7655546" w="5655535">
                <a:moveTo>
                  <a:pt x="0" y="0"/>
                </a:moveTo>
                <a:lnTo>
                  <a:pt x="5655535" y="0"/>
                </a:lnTo>
                <a:lnTo>
                  <a:pt x="5655535" y="7655547"/>
                </a:lnTo>
                <a:lnTo>
                  <a:pt x="0" y="7655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92482" y="3890770"/>
            <a:ext cx="4520384" cy="4543657"/>
            <a:chOff x="0" y="0"/>
            <a:chExt cx="700326" cy="703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0326" cy="703931"/>
            </a:xfrm>
            <a:custGeom>
              <a:avLst/>
              <a:gdLst/>
              <a:ahLst/>
              <a:cxnLst/>
              <a:rect r="r" b="b" t="t" l="l"/>
              <a:pathLst>
                <a:path h="703931" w="700326">
                  <a:moveTo>
                    <a:pt x="0" y="0"/>
                  </a:moveTo>
                  <a:lnTo>
                    <a:pt x="700326" y="0"/>
                  </a:lnTo>
                  <a:lnTo>
                    <a:pt x="700326" y="703931"/>
                  </a:lnTo>
                  <a:lnTo>
                    <a:pt x="0" y="703931"/>
                  </a:lnTo>
                  <a:close/>
                </a:path>
              </a:pathLst>
            </a:custGeom>
            <a:blipFill>
              <a:blip r:embed="rId4"/>
              <a:stretch>
                <a:fillRect l="-320" t="0" r="-320" b="0"/>
              </a:stretch>
            </a:blipFill>
            <a:ln w="38100" cap="sq">
              <a:solidFill>
                <a:srgbClr val="382921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31329" y="4174124"/>
            <a:ext cx="3147644" cy="4222204"/>
          </a:xfrm>
          <a:custGeom>
            <a:avLst/>
            <a:gdLst/>
            <a:ahLst/>
            <a:cxnLst/>
            <a:rect r="r" b="b" t="t" l="l"/>
            <a:pathLst>
              <a:path h="4222204" w="3147644">
                <a:moveTo>
                  <a:pt x="0" y="0"/>
                </a:moveTo>
                <a:lnTo>
                  <a:pt x="3147644" y="0"/>
                </a:lnTo>
                <a:lnTo>
                  <a:pt x="3147644" y="4222203"/>
                </a:lnTo>
                <a:lnTo>
                  <a:pt x="0" y="4222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137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023" y="501629"/>
            <a:ext cx="17375955" cy="15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11425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Meet the suspects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7915" y="3175510"/>
            <a:ext cx="10564063" cy="565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Lucy loves talking on the phone and posting photos on social media.</a:t>
            </a:r>
          </a:p>
          <a:p>
            <a:pPr algn="ctr" marL="0" indent="0" lvl="0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She says she doesn’t even like cake… but she took three photos of it before it disappeared.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4599"/>
            <a:ext cx="5655535" cy="7655546"/>
          </a:xfrm>
          <a:custGeom>
            <a:avLst/>
            <a:gdLst/>
            <a:ahLst/>
            <a:cxnLst/>
            <a:rect r="r" b="b" t="t" l="l"/>
            <a:pathLst>
              <a:path h="7655546" w="5655535">
                <a:moveTo>
                  <a:pt x="0" y="0"/>
                </a:moveTo>
                <a:lnTo>
                  <a:pt x="5655535" y="0"/>
                </a:lnTo>
                <a:lnTo>
                  <a:pt x="5655535" y="7655547"/>
                </a:lnTo>
                <a:lnTo>
                  <a:pt x="0" y="7655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67915" y="2775460"/>
            <a:ext cx="10564063" cy="645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 twins have a serious sweet tooth. They say they only eat “one small piece”… but somehow the whole cake disappears.</a:t>
            </a:r>
          </a:p>
          <a:p>
            <a:pPr algn="ctr" marL="0" indent="0" lvl="0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They were very excited about the party. Too excited.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92482" y="3890770"/>
            <a:ext cx="4520384" cy="4543657"/>
            <a:chOff x="0" y="0"/>
            <a:chExt cx="700326" cy="7039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0326" cy="703931"/>
            </a:xfrm>
            <a:custGeom>
              <a:avLst/>
              <a:gdLst/>
              <a:ahLst/>
              <a:cxnLst/>
              <a:rect r="r" b="b" t="t" l="l"/>
              <a:pathLst>
                <a:path h="703931" w="700326">
                  <a:moveTo>
                    <a:pt x="0" y="0"/>
                  </a:moveTo>
                  <a:lnTo>
                    <a:pt x="700326" y="0"/>
                  </a:lnTo>
                  <a:lnTo>
                    <a:pt x="700326" y="703931"/>
                  </a:lnTo>
                  <a:lnTo>
                    <a:pt x="0" y="703931"/>
                  </a:lnTo>
                  <a:close/>
                </a:path>
              </a:pathLst>
            </a:custGeom>
            <a:blipFill>
              <a:blip r:embed="rId4"/>
              <a:stretch>
                <a:fillRect l="-320" t="0" r="-320" b="0"/>
              </a:stretch>
            </a:blipFill>
            <a:ln w="38100" cap="sq">
              <a:solidFill>
                <a:srgbClr val="382921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599414" y="5341449"/>
            <a:ext cx="2332476" cy="3035501"/>
          </a:xfrm>
          <a:custGeom>
            <a:avLst/>
            <a:gdLst/>
            <a:ahLst/>
            <a:cxnLst/>
            <a:rect r="r" b="b" t="t" l="l"/>
            <a:pathLst>
              <a:path h="3035501" w="2332476">
                <a:moveTo>
                  <a:pt x="0" y="0"/>
                </a:moveTo>
                <a:lnTo>
                  <a:pt x="2332476" y="0"/>
                </a:lnTo>
                <a:lnTo>
                  <a:pt x="2332476" y="3035501"/>
                </a:lnTo>
                <a:lnTo>
                  <a:pt x="0" y="3035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590" t="-16140" r="0" b="-92302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85875" y="5370351"/>
            <a:ext cx="3078535" cy="3006599"/>
          </a:xfrm>
          <a:custGeom>
            <a:avLst/>
            <a:gdLst/>
            <a:ahLst/>
            <a:cxnLst/>
            <a:rect r="r" b="b" t="t" l="l"/>
            <a:pathLst>
              <a:path h="3006599" w="3078535">
                <a:moveTo>
                  <a:pt x="3078535" y="0"/>
                </a:moveTo>
                <a:lnTo>
                  <a:pt x="0" y="0"/>
                </a:lnTo>
                <a:lnTo>
                  <a:pt x="0" y="3006599"/>
                </a:lnTo>
                <a:lnTo>
                  <a:pt x="3078535" y="3006599"/>
                </a:lnTo>
                <a:lnTo>
                  <a:pt x="3078535" y="0"/>
                </a:lnTo>
                <a:close/>
              </a:path>
            </a:pathLst>
          </a:custGeom>
          <a:blipFill>
            <a:blip r:embed="rId6"/>
            <a:stretch>
              <a:fillRect l="-25065" t="0" r="0" b="-7452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6023" y="501629"/>
            <a:ext cx="17375955" cy="15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11425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Meet the suspects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4599"/>
            <a:ext cx="5655535" cy="7655546"/>
          </a:xfrm>
          <a:custGeom>
            <a:avLst/>
            <a:gdLst/>
            <a:ahLst/>
            <a:cxnLst/>
            <a:rect r="r" b="b" t="t" l="l"/>
            <a:pathLst>
              <a:path h="7655546" w="5655535">
                <a:moveTo>
                  <a:pt x="0" y="0"/>
                </a:moveTo>
                <a:lnTo>
                  <a:pt x="5655535" y="0"/>
                </a:lnTo>
                <a:lnTo>
                  <a:pt x="5655535" y="7655547"/>
                </a:lnTo>
                <a:lnTo>
                  <a:pt x="0" y="7655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92482" y="3890770"/>
            <a:ext cx="4520384" cy="4543657"/>
            <a:chOff x="0" y="0"/>
            <a:chExt cx="700326" cy="703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0326" cy="703931"/>
            </a:xfrm>
            <a:custGeom>
              <a:avLst/>
              <a:gdLst/>
              <a:ahLst/>
              <a:cxnLst/>
              <a:rect r="r" b="b" t="t" l="l"/>
              <a:pathLst>
                <a:path h="703931" w="700326">
                  <a:moveTo>
                    <a:pt x="0" y="0"/>
                  </a:moveTo>
                  <a:lnTo>
                    <a:pt x="700326" y="0"/>
                  </a:lnTo>
                  <a:lnTo>
                    <a:pt x="700326" y="703931"/>
                  </a:lnTo>
                  <a:lnTo>
                    <a:pt x="0" y="703931"/>
                  </a:lnTo>
                  <a:close/>
                </a:path>
              </a:pathLst>
            </a:custGeom>
            <a:blipFill>
              <a:blip r:embed="rId4"/>
              <a:stretch>
                <a:fillRect l="-320" t="0" r="-320" b="0"/>
              </a:stretch>
            </a:blipFill>
            <a:ln w="38100" cap="sq">
              <a:solidFill>
                <a:srgbClr val="382921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32091" y="4972050"/>
            <a:ext cx="4216698" cy="3526213"/>
          </a:xfrm>
          <a:custGeom>
            <a:avLst/>
            <a:gdLst/>
            <a:ahLst/>
            <a:cxnLst/>
            <a:rect r="r" b="b" t="t" l="l"/>
            <a:pathLst>
              <a:path h="3526213" w="4216698">
                <a:moveTo>
                  <a:pt x="0" y="0"/>
                </a:moveTo>
                <a:lnTo>
                  <a:pt x="4216697" y="0"/>
                </a:lnTo>
                <a:lnTo>
                  <a:pt x="4216697" y="3526213"/>
                </a:lnTo>
                <a:lnTo>
                  <a:pt x="0" y="3526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67915" y="3975610"/>
            <a:ext cx="10564063" cy="405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Bruno is very friendly… and always hungry.</a:t>
            </a:r>
          </a:p>
          <a:p>
            <a:pPr algn="ctr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He LOVES cake. </a:t>
            </a:r>
          </a:p>
          <a:p>
            <a:pPr algn="ctr" marL="0" indent="0" lvl="0">
              <a:lnSpc>
                <a:spcPts val="6324"/>
              </a:lnSpc>
            </a:pPr>
            <a:r>
              <a:rPr lang="en-US" sz="5499" spc="-6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His tail moves very fast when he sees dessert.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023" y="501629"/>
            <a:ext cx="17375955" cy="15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11425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Meet the suspects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6023" y="501629"/>
            <a:ext cx="17375955" cy="15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4"/>
              </a:lnSpc>
            </a:pPr>
            <a:r>
              <a:rPr lang="en-US" sz="11425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Interrogating the suspects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56023" y="1897592"/>
            <a:ext cx="3796207" cy="8389408"/>
          </a:xfrm>
          <a:custGeom>
            <a:avLst/>
            <a:gdLst/>
            <a:ahLst/>
            <a:cxnLst/>
            <a:rect r="r" b="b" t="t" l="l"/>
            <a:pathLst>
              <a:path h="8389408" w="3796207">
                <a:moveTo>
                  <a:pt x="0" y="0"/>
                </a:moveTo>
                <a:lnTo>
                  <a:pt x="3796207" y="0"/>
                </a:lnTo>
                <a:lnTo>
                  <a:pt x="3796207" y="8389408"/>
                </a:lnTo>
                <a:lnTo>
                  <a:pt x="0" y="8389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136778" y="2874630"/>
            <a:ext cx="11482281" cy="4047372"/>
            <a:chOff x="0" y="0"/>
            <a:chExt cx="3024140" cy="10659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24140" cy="1065974"/>
            </a:xfrm>
            <a:custGeom>
              <a:avLst/>
              <a:gdLst/>
              <a:ahLst/>
              <a:cxnLst/>
              <a:rect r="r" b="b" t="t" l="l"/>
              <a:pathLst>
                <a:path h="1065974" w="3024140">
                  <a:moveTo>
                    <a:pt x="10788" y="0"/>
                  </a:moveTo>
                  <a:lnTo>
                    <a:pt x="3013352" y="0"/>
                  </a:lnTo>
                  <a:cubicBezTo>
                    <a:pt x="3019310" y="0"/>
                    <a:pt x="3024140" y="4830"/>
                    <a:pt x="3024140" y="10788"/>
                  </a:cubicBezTo>
                  <a:lnTo>
                    <a:pt x="3024140" y="1055186"/>
                  </a:lnTo>
                  <a:cubicBezTo>
                    <a:pt x="3024140" y="1061145"/>
                    <a:pt x="3019310" y="1065974"/>
                    <a:pt x="3013352" y="1065974"/>
                  </a:cubicBezTo>
                  <a:lnTo>
                    <a:pt x="10788" y="1065974"/>
                  </a:lnTo>
                  <a:cubicBezTo>
                    <a:pt x="4830" y="1065974"/>
                    <a:pt x="0" y="1061145"/>
                    <a:pt x="0" y="1055186"/>
                  </a:cubicBezTo>
                  <a:lnTo>
                    <a:pt x="0" y="10788"/>
                  </a:lnTo>
                  <a:cubicBezTo>
                    <a:pt x="0" y="4830"/>
                    <a:pt x="4830" y="0"/>
                    <a:pt x="10788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024140" cy="111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4313050" y="4323346"/>
            <a:ext cx="1028299" cy="1149940"/>
            <a:chOff x="0" y="0"/>
            <a:chExt cx="270828" cy="302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92507" y="3318753"/>
            <a:ext cx="11370823" cy="31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0"/>
              </a:lnSpc>
            </a:pPr>
            <a:r>
              <a:rPr lang="en-US" sz="7000" spc="-77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What were you doing at 6:00 p.m. yesterday?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020321" y="5649049"/>
            <a:ext cx="1086018" cy="1868418"/>
          </a:xfrm>
          <a:custGeom>
            <a:avLst/>
            <a:gdLst/>
            <a:ahLst/>
            <a:cxnLst/>
            <a:rect r="r" b="b" t="t" l="l"/>
            <a:pathLst>
              <a:path h="1868418" w="1086018">
                <a:moveTo>
                  <a:pt x="0" y="0"/>
                </a:moveTo>
                <a:lnTo>
                  <a:pt x="1086018" y="0"/>
                </a:lnTo>
                <a:lnTo>
                  <a:pt x="1086018" y="1868418"/>
                </a:lnTo>
                <a:lnTo>
                  <a:pt x="0" y="1868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028700"/>
            <a:ext cx="11276101" cy="9753827"/>
          </a:xfrm>
          <a:custGeom>
            <a:avLst/>
            <a:gdLst/>
            <a:ahLst/>
            <a:cxnLst/>
            <a:rect r="r" b="b" t="t" l="l"/>
            <a:pathLst>
              <a:path h="9753827" w="11276101">
                <a:moveTo>
                  <a:pt x="0" y="0"/>
                </a:moveTo>
                <a:lnTo>
                  <a:pt x="11276101" y="0"/>
                </a:lnTo>
                <a:lnTo>
                  <a:pt x="11276101" y="9753827"/>
                </a:lnTo>
                <a:lnTo>
                  <a:pt x="0" y="9753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86825" y="1258054"/>
            <a:ext cx="11241945" cy="464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59"/>
              </a:lnSpc>
            </a:pPr>
            <a:r>
              <a:rPr lang="en-US" sz="10399" spc="-114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 was studying at 6:00 p.m. yesterday.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82065" y="325278"/>
            <a:ext cx="4449912" cy="9806968"/>
          </a:xfrm>
          <a:custGeom>
            <a:avLst/>
            <a:gdLst/>
            <a:ahLst/>
            <a:cxnLst/>
            <a:rect r="r" b="b" t="t" l="l"/>
            <a:pathLst>
              <a:path h="9806968" w="4449912">
                <a:moveTo>
                  <a:pt x="0" y="0"/>
                </a:moveTo>
                <a:lnTo>
                  <a:pt x="4449912" y="0"/>
                </a:lnTo>
                <a:lnTo>
                  <a:pt x="4449912" y="9806968"/>
                </a:lnTo>
                <a:lnTo>
                  <a:pt x="0" y="980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6416" y="2128692"/>
            <a:ext cx="10968785" cy="616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60"/>
              </a:lnSpc>
            </a:pPr>
            <a:r>
              <a:rPr lang="en-US" sz="10400" spc="-114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 was talking on the phone at 6:00 p.m. yesterday.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60537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1"/>
                </a:lnTo>
                <a:lnTo>
                  <a:pt x="0" y="168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45440" y="2271809"/>
            <a:ext cx="7502164" cy="9618158"/>
          </a:xfrm>
          <a:custGeom>
            <a:avLst/>
            <a:gdLst/>
            <a:ahLst/>
            <a:cxnLst/>
            <a:rect r="r" b="b" t="t" l="l"/>
            <a:pathLst>
              <a:path h="9618158" w="7502164">
                <a:moveTo>
                  <a:pt x="0" y="0"/>
                </a:moveTo>
                <a:lnTo>
                  <a:pt x="7502164" y="0"/>
                </a:lnTo>
                <a:lnTo>
                  <a:pt x="7502164" y="9618158"/>
                </a:lnTo>
                <a:lnTo>
                  <a:pt x="0" y="9618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093" y="764639"/>
            <a:ext cx="9516740" cy="753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29"/>
              </a:lnSpc>
            </a:pPr>
            <a:r>
              <a:rPr lang="en-US" sz="10199" spc="-112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 were playing video games at 6:00 p.m. yesterday.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60537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1"/>
                </a:lnTo>
                <a:lnTo>
                  <a:pt x="0" y="168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569" y="705584"/>
            <a:ext cx="17224863" cy="507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89"/>
              </a:lnSpc>
            </a:pPr>
            <a:r>
              <a:rPr lang="en-US" sz="8599" spc="-94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Well, Bruno can’t speak but apparently, it was sleeping at 6:00 p.m. yesterday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708094" y="8663856"/>
            <a:ext cx="10305676" cy="3246288"/>
          </a:xfrm>
          <a:custGeom>
            <a:avLst/>
            <a:gdLst/>
            <a:ahLst/>
            <a:cxnLst/>
            <a:rect r="r" b="b" t="t" l="l"/>
            <a:pathLst>
              <a:path h="3246288" w="10305676">
                <a:moveTo>
                  <a:pt x="0" y="0"/>
                </a:moveTo>
                <a:lnTo>
                  <a:pt x="10305677" y="0"/>
                </a:lnTo>
                <a:lnTo>
                  <a:pt x="10305677" y="3246288"/>
                </a:lnTo>
                <a:lnTo>
                  <a:pt x="0" y="324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3736" y="7043683"/>
            <a:ext cx="5306041" cy="3243317"/>
          </a:xfrm>
          <a:custGeom>
            <a:avLst/>
            <a:gdLst/>
            <a:ahLst/>
            <a:cxnLst/>
            <a:rect r="r" b="b" t="t" l="l"/>
            <a:pathLst>
              <a:path h="3243317" w="5306041">
                <a:moveTo>
                  <a:pt x="0" y="0"/>
                </a:moveTo>
                <a:lnTo>
                  <a:pt x="5306040" y="0"/>
                </a:lnTo>
                <a:lnTo>
                  <a:pt x="5306040" y="3243317"/>
                </a:lnTo>
                <a:lnTo>
                  <a:pt x="0" y="32433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639047" y="2496662"/>
            <a:ext cx="3525128" cy="7790338"/>
          </a:xfrm>
          <a:custGeom>
            <a:avLst/>
            <a:gdLst/>
            <a:ahLst/>
            <a:cxnLst/>
            <a:rect r="r" b="b" t="t" l="l"/>
            <a:pathLst>
              <a:path h="7790338" w="3525128">
                <a:moveTo>
                  <a:pt x="3525128" y="0"/>
                </a:moveTo>
                <a:lnTo>
                  <a:pt x="0" y="0"/>
                </a:lnTo>
                <a:lnTo>
                  <a:pt x="0" y="7790338"/>
                </a:lnTo>
                <a:lnTo>
                  <a:pt x="3525128" y="7790338"/>
                </a:lnTo>
                <a:lnTo>
                  <a:pt x="352512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023" y="2563337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 was studying at 6:00 yesterday.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6023" y="5664419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 were playing video games.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023" y="7214960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 dog was sleeping.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023" y="4113878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 was talking on the phone.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8011" y="454004"/>
            <a:ext cx="17831977" cy="121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9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Identify the verbs in the sentences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639047" y="2496662"/>
            <a:ext cx="3525128" cy="7790338"/>
          </a:xfrm>
          <a:custGeom>
            <a:avLst/>
            <a:gdLst/>
            <a:ahLst/>
            <a:cxnLst/>
            <a:rect r="r" b="b" t="t" l="l"/>
            <a:pathLst>
              <a:path h="7790338" w="3525128">
                <a:moveTo>
                  <a:pt x="3525128" y="0"/>
                </a:moveTo>
                <a:lnTo>
                  <a:pt x="0" y="0"/>
                </a:lnTo>
                <a:lnTo>
                  <a:pt x="0" y="7790338"/>
                </a:lnTo>
                <a:lnTo>
                  <a:pt x="3525128" y="7790338"/>
                </a:lnTo>
                <a:lnTo>
                  <a:pt x="352512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023" y="2563337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 </a:t>
            </a:r>
            <a:r>
              <a:rPr lang="en-US" sz="5499">
                <a:solidFill>
                  <a:srgbClr val="B0352D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was studying</a:t>
            </a: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at 6:00 yesterday.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011" y="454004"/>
            <a:ext cx="17831977" cy="121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9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Identify the verbs in the sentences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023" y="5664419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 </a:t>
            </a:r>
            <a:r>
              <a:rPr lang="en-US" sz="5499">
                <a:solidFill>
                  <a:srgbClr val="B0352D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were playing</a:t>
            </a: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video games.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023" y="7214960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 dog </a:t>
            </a:r>
            <a:r>
              <a:rPr lang="en-US" sz="5499">
                <a:solidFill>
                  <a:srgbClr val="B0352D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was sleeping</a:t>
            </a: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6023" y="4113878"/>
            <a:ext cx="13915410" cy="76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</a:pP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 </a:t>
            </a:r>
            <a:r>
              <a:rPr lang="en-US" sz="5499">
                <a:solidFill>
                  <a:srgbClr val="B0352D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was talking</a:t>
            </a:r>
            <a:r>
              <a:rPr lang="en-US" sz="5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 on the phone.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56617" y="3772785"/>
            <a:ext cx="913819" cy="804161"/>
          </a:xfrm>
          <a:custGeom>
            <a:avLst/>
            <a:gdLst/>
            <a:ahLst/>
            <a:cxnLst/>
            <a:rect r="r" b="b" t="t" l="l"/>
            <a:pathLst>
              <a:path h="804161" w="913819">
                <a:moveTo>
                  <a:pt x="913819" y="0"/>
                </a:moveTo>
                <a:lnTo>
                  <a:pt x="0" y="0"/>
                </a:lnTo>
                <a:lnTo>
                  <a:pt x="0" y="804160"/>
                </a:lnTo>
                <a:lnTo>
                  <a:pt x="913819" y="804160"/>
                </a:lnTo>
                <a:lnTo>
                  <a:pt x="9138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99064" y="3648960"/>
            <a:ext cx="16096183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</a:pPr>
            <a:r>
              <a:rPr lang="en-US" sz="4199" spc="-46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actions that were in progress at a specific time in the past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656617" y="8039985"/>
            <a:ext cx="913819" cy="804161"/>
          </a:xfrm>
          <a:custGeom>
            <a:avLst/>
            <a:gdLst/>
            <a:ahLst/>
            <a:cxnLst/>
            <a:rect r="r" b="b" t="t" l="l"/>
            <a:pathLst>
              <a:path h="804161" w="913819">
                <a:moveTo>
                  <a:pt x="913819" y="0"/>
                </a:moveTo>
                <a:lnTo>
                  <a:pt x="0" y="0"/>
                </a:lnTo>
                <a:lnTo>
                  <a:pt x="0" y="804160"/>
                </a:lnTo>
                <a:lnTo>
                  <a:pt x="913819" y="804160"/>
                </a:lnTo>
                <a:lnTo>
                  <a:pt x="9138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9064" y="7916160"/>
            <a:ext cx="16096183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</a:pPr>
            <a:r>
              <a:rPr lang="en-US" sz="4199" spc="-46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background scenes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656617" y="5906385"/>
            <a:ext cx="913819" cy="804161"/>
          </a:xfrm>
          <a:custGeom>
            <a:avLst/>
            <a:gdLst/>
            <a:ahLst/>
            <a:cxnLst/>
            <a:rect r="r" b="b" t="t" l="l"/>
            <a:pathLst>
              <a:path h="804161" w="913819">
                <a:moveTo>
                  <a:pt x="913819" y="0"/>
                </a:moveTo>
                <a:lnTo>
                  <a:pt x="0" y="0"/>
                </a:lnTo>
                <a:lnTo>
                  <a:pt x="0" y="804160"/>
                </a:lnTo>
                <a:lnTo>
                  <a:pt x="913819" y="804160"/>
                </a:lnTo>
                <a:lnTo>
                  <a:pt x="9138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9064" y="5782560"/>
            <a:ext cx="16096183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</a:pPr>
            <a:r>
              <a:rPr lang="en-US" sz="4199" spc="-46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interrupted actions or simultaneous actions, with emphasis on the duration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333" y="2348072"/>
            <a:ext cx="17565334" cy="73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99"/>
              </a:lnSpc>
            </a:pPr>
            <a:r>
              <a:rPr lang="en-US" sz="5199">
                <a:solidFill>
                  <a:srgbClr val="B0352D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 USE THE PAST CONTINUOUS TO TALK ABOUT...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011" y="501629"/>
            <a:ext cx="17831977" cy="15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5"/>
              </a:lnSpc>
            </a:pPr>
            <a:r>
              <a:rPr lang="en-US" sz="111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Past continuous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251841" y="9446189"/>
            <a:ext cx="7036159" cy="2216390"/>
          </a:xfrm>
          <a:custGeom>
            <a:avLst/>
            <a:gdLst/>
            <a:ahLst/>
            <a:cxnLst/>
            <a:rect r="r" b="b" t="t" l="l"/>
            <a:pathLst>
              <a:path h="2216390" w="7036159">
                <a:moveTo>
                  <a:pt x="0" y="0"/>
                </a:moveTo>
                <a:lnTo>
                  <a:pt x="7036159" y="0"/>
                </a:lnTo>
                <a:lnTo>
                  <a:pt x="7036159" y="2216391"/>
                </a:lnTo>
                <a:lnTo>
                  <a:pt x="0" y="2216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08742" y="7047480"/>
            <a:ext cx="3522357" cy="3702872"/>
          </a:xfrm>
          <a:custGeom>
            <a:avLst/>
            <a:gdLst/>
            <a:ahLst/>
            <a:cxnLst/>
            <a:rect r="r" b="b" t="t" l="l"/>
            <a:pathLst>
              <a:path h="3702872" w="3522357">
                <a:moveTo>
                  <a:pt x="0" y="0"/>
                </a:moveTo>
                <a:lnTo>
                  <a:pt x="3522357" y="0"/>
                </a:lnTo>
                <a:lnTo>
                  <a:pt x="3522357" y="3702872"/>
                </a:lnTo>
                <a:lnTo>
                  <a:pt x="0" y="3702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011" y="501629"/>
            <a:ext cx="17831977" cy="15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5"/>
              </a:lnSpc>
            </a:pPr>
            <a:r>
              <a:rPr lang="en-US" sz="111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Past continuous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5341" y="3243224"/>
            <a:ext cx="1282281" cy="6076952"/>
            <a:chOff x="0" y="0"/>
            <a:chExt cx="337720" cy="1600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7720" cy="1600514"/>
            </a:xfrm>
            <a:custGeom>
              <a:avLst/>
              <a:gdLst/>
              <a:ahLst/>
              <a:cxnLst/>
              <a:rect r="r" b="b" t="t" l="l"/>
              <a:pathLst>
                <a:path h="1600514" w="337720">
                  <a:moveTo>
                    <a:pt x="60376" y="0"/>
                  </a:moveTo>
                  <a:lnTo>
                    <a:pt x="277344" y="0"/>
                  </a:lnTo>
                  <a:cubicBezTo>
                    <a:pt x="310689" y="0"/>
                    <a:pt x="337720" y="27031"/>
                    <a:pt x="337720" y="60376"/>
                  </a:cubicBezTo>
                  <a:lnTo>
                    <a:pt x="337720" y="1540138"/>
                  </a:lnTo>
                  <a:cubicBezTo>
                    <a:pt x="337720" y="1556151"/>
                    <a:pt x="331359" y="1571508"/>
                    <a:pt x="320036" y="1582830"/>
                  </a:cubicBezTo>
                  <a:cubicBezTo>
                    <a:pt x="308713" y="1594153"/>
                    <a:pt x="293357" y="1600514"/>
                    <a:pt x="277344" y="1600514"/>
                  </a:cubicBezTo>
                  <a:lnTo>
                    <a:pt x="60376" y="1600514"/>
                  </a:lnTo>
                  <a:cubicBezTo>
                    <a:pt x="27031" y="1600514"/>
                    <a:pt x="0" y="1573483"/>
                    <a:pt x="0" y="1540138"/>
                  </a:cubicBezTo>
                  <a:lnTo>
                    <a:pt x="0" y="60376"/>
                  </a:lnTo>
                  <a:cubicBezTo>
                    <a:pt x="0" y="27031"/>
                    <a:pt x="27031" y="0"/>
                    <a:pt x="60376" y="0"/>
                  </a:cubicBezTo>
                  <a:close/>
                </a:path>
              </a:pathLst>
            </a:custGeom>
            <a:solidFill>
              <a:srgbClr val="7C6C6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7720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02237" y="2199217"/>
            <a:ext cx="2611411" cy="926264"/>
            <a:chOff x="0" y="0"/>
            <a:chExt cx="687779" cy="243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779" cy="243954"/>
            </a:xfrm>
            <a:custGeom>
              <a:avLst/>
              <a:gdLst/>
              <a:ahLst/>
              <a:cxnLst/>
              <a:rect r="r" b="b" t="t" l="l"/>
              <a:pathLst>
                <a:path h="243954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214308"/>
                  </a:lnTo>
                  <a:cubicBezTo>
                    <a:pt x="687779" y="230681"/>
                    <a:pt x="674506" y="243954"/>
                    <a:pt x="658132" y="243954"/>
                  </a:cubicBezTo>
                  <a:lnTo>
                    <a:pt x="29647" y="243954"/>
                  </a:lnTo>
                  <a:cubicBezTo>
                    <a:pt x="13273" y="243954"/>
                    <a:pt x="0" y="230681"/>
                    <a:pt x="0" y="21430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87779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0398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Subject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02237" y="3243224"/>
            <a:ext cx="2611411" cy="3356611"/>
            <a:chOff x="0" y="0"/>
            <a:chExt cx="687779" cy="8840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779" cy="884046"/>
            </a:xfrm>
            <a:custGeom>
              <a:avLst/>
              <a:gdLst/>
              <a:ahLst/>
              <a:cxnLst/>
              <a:rect r="r" b="b" t="t" l="l"/>
              <a:pathLst>
                <a:path h="884046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854399"/>
                  </a:lnTo>
                  <a:cubicBezTo>
                    <a:pt x="687779" y="862262"/>
                    <a:pt x="684655" y="869803"/>
                    <a:pt x="679096" y="875362"/>
                  </a:cubicBezTo>
                  <a:cubicBezTo>
                    <a:pt x="673536" y="880922"/>
                    <a:pt x="665995" y="884046"/>
                    <a:pt x="658132" y="884046"/>
                  </a:cubicBezTo>
                  <a:lnTo>
                    <a:pt x="29647" y="884046"/>
                  </a:lnTo>
                  <a:cubicBezTo>
                    <a:pt x="13273" y="884046"/>
                    <a:pt x="0" y="870773"/>
                    <a:pt x="0" y="854399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7779" cy="9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02237" y="6714135"/>
            <a:ext cx="2611411" cy="2606041"/>
            <a:chOff x="0" y="0"/>
            <a:chExt cx="687779" cy="686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7779" cy="686365"/>
            </a:xfrm>
            <a:custGeom>
              <a:avLst/>
              <a:gdLst/>
              <a:ahLst/>
              <a:cxnLst/>
              <a:rect r="r" b="b" t="t" l="l"/>
              <a:pathLst>
                <a:path h="686365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656718"/>
                  </a:lnTo>
                  <a:cubicBezTo>
                    <a:pt x="687779" y="664581"/>
                    <a:pt x="684655" y="672122"/>
                    <a:pt x="679096" y="677682"/>
                  </a:cubicBezTo>
                  <a:cubicBezTo>
                    <a:pt x="673536" y="683241"/>
                    <a:pt x="665995" y="686365"/>
                    <a:pt x="658132" y="686365"/>
                  </a:cubicBezTo>
                  <a:lnTo>
                    <a:pt x="29647" y="686365"/>
                  </a:lnTo>
                  <a:cubicBezTo>
                    <a:pt x="13273" y="686365"/>
                    <a:pt x="0" y="673092"/>
                    <a:pt x="0" y="65671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E1DC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7779" cy="73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48263" y="2199217"/>
            <a:ext cx="3583583" cy="926264"/>
            <a:chOff x="0" y="0"/>
            <a:chExt cx="943824" cy="243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48263" y="3243224"/>
            <a:ext cx="3583583" cy="3356611"/>
            <a:chOff x="0" y="0"/>
            <a:chExt cx="943824" cy="8840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3824" cy="884046"/>
            </a:xfrm>
            <a:custGeom>
              <a:avLst/>
              <a:gdLst/>
              <a:ahLst/>
              <a:cxnLst/>
              <a:rect r="r" b="b" t="t" l="l"/>
              <a:pathLst>
                <a:path h="884046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862442"/>
                  </a:lnTo>
                  <a:cubicBezTo>
                    <a:pt x="943824" y="874373"/>
                    <a:pt x="934152" y="884046"/>
                    <a:pt x="922220" y="884046"/>
                  </a:cubicBezTo>
                  <a:lnTo>
                    <a:pt x="21604" y="884046"/>
                  </a:lnTo>
                  <a:cubicBezTo>
                    <a:pt x="9672" y="884046"/>
                    <a:pt x="0" y="874373"/>
                    <a:pt x="0" y="862442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43824" cy="9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48263" y="6714135"/>
            <a:ext cx="3583583" cy="2606041"/>
            <a:chOff x="0" y="0"/>
            <a:chExt cx="943824" cy="6863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3824" cy="686365"/>
            </a:xfrm>
            <a:custGeom>
              <a:avLst/>
              <a:gdLst/>
              <a:ahLst/>
              <a:cxnLst/>
              <a:rect r="r" b="b" t="t" l="l"/>
              <a:pathLst>
                <a:path h="686365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664761"/>
                  </a:lnTo>
                  <a:cubicBezTo>
                    <a:pt x="943824" y="676692"/>
                    <a:pt x="934152" y="686365"/>
                    <a:pt x="922220" y="686365"/>
                  </a:cubicBezTo>
                  <a:lnTo>
                    <a:pt x="21604" y="686365"/>
                  </a:lnTo>
                  <a:cubicBezTo>
                    <a:pt x="9672" y="686365"/>
                    <a:pt x="0" y="676692"/>
                    <a:pt x="0" y="664761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43824" cy="73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66461" y="2199217"/>
            <a:ext cx="3583583" cy="926264"/>
            <a:chOff x="0" y="0"/>
            <a:chExt cx="943824" cy="243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6461" y="3243224"/>
            <a:ext cx="3583583" cy="6076952"/>
            <a:chOff x="0" y="0"/>
            <a:chExt cx="943824" cy="16005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3824" cy="1600514"/>
            </a:xfrm>
            <a:custGeom>
              <a:avLst/>
              <a:gdLst/>
              <a:ahLst/>
              <a:cxnLst/>
              <a:rect r="r" b="b" t="t" l="l"/>
              <a:pathLst>
                <a:path h="160051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1578910"/>
                  </a:lnTo>
                  <a:cubicBezTo>
                    <a:pt x="943824" y="1590842"/>
                    <a:pt x="934152" y="1600514"/>
                    <a:pt x="922220" y="1600514"/>
                  </a:cubicBezTo>
                  <a:lnTo>
                    <a:pt x="21604" y="1600514"/>
                  </a:lnTo>
                  <a:cubicBezTo>
                    <a:pt x="9672" y="1600514"/>
                    <a:pt x="0" y="1590842"/>
                    <a:pt x="0" y="157891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43824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84659" y="2199217"/>
            <a:ext cx="3583583" cy="926264"/>
            <a:chOff x="0" y="0"/>
            <a:chExt cx="943824" cy="2439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84659" y="3243224"/>
            <a:ext cx="3583583" cy="6076952"/>
            <a:chOff x="0" y="0"/>
            <a:chExt cx="943824" cy="16005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3824" cy="1600514"/>
            </a:xfrm>
            <a:custGeom>
              <a:avLst/>
              <a:gdLst/>
              <a:ahLst/>
              <a:cxnLst/>
              <a:rect r="r" b="b" t="t" l="l"/>
              <a:pathLst>
                <a:path h="160051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1578910"/>
                  </a:lnTo>
                  <a:cubicBezTo>
                    <a:pt x="943824" y="1590842"/>
                    <a:pt x="934152" y="1600514"/>
                    <a:pt x="922220" y="1600514"/>
                  </a:cubicBezTo>
                  <a:lnTo>
                    <a:pt x="21604" y="1600514"/>
                  </a:lnTo>
                  <a:cubicBezTo>
                    <a:pt x="9672" y="1600514"/>
                    <a:pt x="0" y="1590842"/>
                    <a:pt x="0" y="157891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43824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802237" y="2199217"/>
            <a:ext cx="2611411" cy="926264"/>
            <a:chOff x="0" y="0"/>
            <a:chExt cx="687779" cy="2439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7779" cy="243954"/>
            </a:xfrm>
            <a:custGeom>
              <a:avLst/>
              <a:gdLst/>
              <a:ahLst/>
              <a:cxnLst/>
              <a:rect r="r" b="b" t="t" l="l"/>
              <a:pathLst>
                <a:path h="243954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214308"/>
                  </a:lnTo>
                  <a:cubicBezTo>
                    <a:pt x="687779" y="230681"/>
                    <a:pt x="674506" y="243954"/>
                    <a:pt x="658132" y="243954"/>
                  </a:cubicBezTo>
                  <a:lnTo>
                    <a:pt x="29647" y="243954"/>
                  </a:lnTo>
                  <a:cubicBezTo>
                    <a:pt x="13273" y="243954"/>
                    <a:pt x="0" y="230681"/>
                    <a:pt x="0" y="21430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87779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251053" y="3607079"/>
            <a:ext cx="1713778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He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She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03980" y="7021793"/>
            <a:ext cx="220792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You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36092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To be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336092" y="4564342"/>
            <a:ext cx="220792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336092" y="7659968"/>
            <a:ext cx="220792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15429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Verb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54290" y="5849265"/>
            <a:ext cx="220792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study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72488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-ing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72488" y="5849265"/>
            <a:ext cx="220792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-ing</a:t>
            </a:r>
          </a:p>
        </p:txBody>
      </p:sp>
      <p:sp>
        <p:nvSpPr>
          <p:cNvPr name="TextBox 50" id="50"/>
          <p:cNvSpPr txBox="true"/>
          <p:nvPr/>
        </p:nvSpPr>
        <p:spPr>
          <a:xfrm rot="-5400000">
            <a:off x="-341513" y="5922925"/>
            <a:ext cx="4421689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Affirmative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00398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Subject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0" y="971956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1"/>
                </a:lnTo>
                <a:lnTo>
                  <a:pt x="0" y="168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011" y="501629"/>
            <a:ext cx="17831977" cy="15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5"/>
              </a:lnSpc>
            </a:pPr>
            <a:r>
              <a:rPr lang="en-US" sz="111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Past continuous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5341" y="3243224"/>
            <a:ext cx="1282281" cy="6076952"/>
            <a:chOff x="0" y="0"/>
            <a:chExt cx="337720" cy="1600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7720" cy="1600514"/>
            </a:xfrm>
            <a:custGeom>
              <a:avLst/>
              <a:gdLst/>
              <a:ahLst/>
              <a:cxnLst/>
              <a:rect r="r" b="b" t="t" l="l"/>
              <a:pathLst>
                <a:path h="1600514" w="337720">
                  <a:moveTo>
                    <a:pt x="60376" y="0"/>
                  </a:moveTo>
                  <a:lnTo>
                    <a:pt x="277344" y="0"/>
                  </a:lnTo>
                  <a:cubicBezTo>
                    <a:pt x="310689" y="0"/>
                    <a:pt x="337720" y="27031"/>
                    <a:pt x="337720" y="60376"/>
                  </a:cubicBezTo>
                  <a:lnTo>
                    <a:pt x="337720" y="1540138"/>
                  </a:lnTo>
                  <a:cubicBezTo>
                    <a:pt x="337720" y="1556151"/>
                    <a:pt x="331359" y="1571508"/>
                    <a:pt x="320036" y="1582830"/>
                  </a:cubicBezTo>
                  <a:cubicBezTo>
                    <a:pt x="308713" y="1594153"/>
                    <a:pt x="293357" y="1600514"/>
                    <a:pt x="277344" y="1600514"/>
                  </a:cubicBezTo>
                  <a:lnTo>
                    <a:pt x="60376" y="1600514"/>
                  </a:lnTo>
                  <a:cubicBezTo>
                    <a:pt x="27031" y="1600514"/>
                    <a:pt x="0" y="1573483"/>
                    <a:pt x="0" y="1540138"/>
                  </a:cubicBezTo>
                  <a:lnTo>
                    <a:pt x="0" y="60376"/>
                  </a:lnTo>
                  <a:cubicBezTo>
                    <a:pt x="0" y="27031"/>
                    <a:pt x="27031" y="0"/>
                    <a:pt x="60376" y="0"/>
                  </a:cubicBezTo>
                  <a:close/>
                </a:path>
              </a:pathLst>
            </a:custGeom>
            <a:solidFill>
              <a:srgbClr val="7C6C6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7720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02237" y="2199217"/>
            <a:ext cx="2611411" cy="926264"/>
            <a:chOff x="0" y="0"/>
            <a:chExt cx="687779" cy="243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779" cy="243954"/>
            </a:xfrm>
            <a:custGeom>
              <a:avLst/>
              <a:gdLst/>
              <a:ahLst/>
              <a:cxnLst/>
              <a:rect r="r" b="b" t="t" l="l"/>
              <a:pathLst>
                <a:path h="243954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214308"/>
                  </a:lnTo>
                  <a:cubicBezTo>
                    <a:pt x="687779" y="230681"/>
                    <a:pt x="674506" y="243954"/>
                    <a:pt x="658132" y="243954"/>
                  </a:cubicBezTo>
                  <a:lnTo>
                    <a:pt x="29647" y="243954"/>
                  </a:lnTo>
                  <a:cubicBezTo>
                    <a:pt x="13273" y="243954"/>
                    <a:pt x="0" y="230681"/>
                    <a:pt x="0" y="21430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87779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0398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Subject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02237" y="3243224"/>
            <a:ext cx="2611411" cy="3356611"/>
            <a:chOff x="0" y="0"/>
            <a:chExt cx="687779" cy="8840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779" cy="884046"/>
            </a:xfrm>
            <a:custGeom>
              <a:avLst/>
              <a:gdLst/>
              <a:ahLst/>
              <a:cxnLst/>
              <a:rect r="r" b="b" t="t" l="l"/>
              <a:pathLst>
                <a:path h="884046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854399"/>
                  </a:lnTo>
                  <a:cubicBezTo>
                    <a:pt x="687779" y="862262"/>
                    <a:pt x="684655" y="869803"/>
                    <a:pt x="679096" y="875362"/>
                  </a:cubicBezTo>
                  <a:cubicBezTo>
                    <a:pt x="673536" y="880922"/>
                    <a:pt x="665995" y="884046"/>
                    <a:pt x="658132" y="884046"/>
                  </a:cubicBezTo>
                  <a:lnTo>
                    <a:pt x="29647" y="884046"/>
                  </a:lnTo>
                  <a:cubicBezTo>
                    <a:pt x="13273" y="884046"/>
                    <a:pt x="0" y="870773"/>
                    <a:pt x="0" y="854399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7779" cy="9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02237" y="6714135"/>
            <a:ext cx="2611411" cy="2606041"/>
            <a:chOff x="0" y="0"/>
            <a:chExt cx="687779" cy="686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7779" cy="686365"/>
            </a:xfrm>
            <a:custGeom>
              <a:avLst/>
              <a:gdLst/>
              <a:ahLst/>
              <a:cxnLst/>
              <a:rect r="r" b="b" t="t" l="l"/>
              <a:pathLst>
                <a:path h="686365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656718"/>
                  </a:lnTo>
                  <a:cubicBezTo>
                    <a:pt x="687779" y="664581"/>
                    <a:pt x="684655" y="672122"/>
                    <a:pt x="679096" y="677682"/>
                  </a:cubicBezTo>
                  <a:cubicBezTo>
                    <a:pt x="673536" y="683241"/>
                    <a:pt x="665995" y="686365"/>
                    <a:pt x="658132" y="686365"/>
                  </a:cubicBezTo>
                  <a:lnTo>
                    <a:pt x="29647" y="686365"/>
                  </a:lnTo>
                  <a:cubicBezTo>
                    <a:pt x="13273" y="686365"/>
                    <a:pt x="0" y="673092"/>
                    <a:pt x="0" y="65671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E1DC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7779" cy="73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48263" y="2199217"/>
            <a:ext cx="3583583" cy="926264"/>
            <a:chOff x="0" y="0"/>
            <a:chExt cx="943824" cy="243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48263" y="3243224"/>
            <a:ext cx="3583583" cy="3356611"/>
            <a:chOff x="0" y="0"/>
            <a:chExt cx="943824" cy="8840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3824" cy="884046"/>
            </a:xfrm>
            <a:custGeom>
              <a:avLst/>
              <a:gdLst/>
              <a:ahLst/>
              <a:cxnLst/>
              <a:rect r="r" b="b" t="t" l="l"/>
              <a:pathLst>
                <a:path h="884046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862442"/>
                  </a:lnTo>
                  <a:cubicBezTo>
                    <a:pt x="943824" y="874373"/>
                    <a:pt x="934152" y="884046"/>
                    <a:pt x="922220" y="884046"/>
                  </a:cubicBezTo>
                  <a:lnTo>
                    <a:pt x="21604" y="884046"/>
                  </a:lnTo>
                  <a:cubicBezTo>
                    <a:pt x="9672" y="884046"/>
                    <a:pt x="0" y="874373"/>
                    <a:pt x="0" y="862442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43824" cy="9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48263" y="6714135"/>
            <a:ext cx="3583583" cy="2606041"/>
            <a:chOff x="0" y="0"/>
            <a:chExt cx="943824" cy="6863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3824" cy="686365"/>
            </a:xfrm>
            <a:custGeom>
              <a:avLst/>
              <a:gdLst/>
              <a:ahLst/>
              <a:cxnLst/>
              <a:rect r="r" b="b" t="t" l="l"/>
              <a:pathLst>
                <a:path h="686365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664761"/>
                  </a:lnTo>
                  <a:cubicBezTo>
                    <a:pt x="943824" y="676692"/>
                    <a:pt x="934152" y="686365"/>
                    <a:pt x="922220" y="686365"/>
                  </a:cubicBezTo>
                  <a:lnTo>
                    <a:pt x="21604" y="686365"/>
                  </a:lnTo>
                  <a:cubicBezTo>
                    <a:pt x="9672" y="686365"/>
                    <a:pt x="0" y="676692"/>
                    <a:pt x="0" y="664761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43824" cy="73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66461" y="2199217"/>
            <a:ext cx="3583583" cy="926264"/>
            <a:chOff x="0" y="0"/>
            <a:chExt cx="943824" cy="243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6461" y="3243224"/>
            <a:ext cx="3583583" cy="6076952"/>
            <a:chOff x="0" y="0"/>
            <a:chExt cx="943824" cy="16005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3824" cy="1600514"/>
            </a:xfrm>
            <a:custGeom>
              <a:avLst/>
              <a:gdLst/>
              <a:ahLst/>
              <a:cxnLst/>
              <a:rect r="r" b="b" t="t" l="l"/>
              <a:pathLst>
                <a:path h="160051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1578910"/>
                  </a:lnTo>
                  <a:cubicBezTo>
                    <a:pt x="943824" y="1590842"/>
                    <a:pt x="934152" y="1600514"/>
                    <a:pt x="922220" y="1600514"/>
                  </a:cubicBezTo>
                  <a:lnTo>
                    <a:pt x="21604" y="1600514"/>
                  </a:lnTo>
                  <a:cubicBezTo>
                    <a:pt x="9672" y="1600514"/>
                    <a:pt x="0" y="1590842"/>
                    <a:pt x="0" y="157891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43824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84659" y="2199217"/>
            <a:ext cx="3583583" cy="926264"/>
            <a:chOff x="0" y="0"/>
            <a:chExt cx="943824" cy="2439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84659" y="3243224"/>
            <a:ext cx="3583583" cy="6076952"/>
            <a:chOff x="0" y="0"/>
            <a:chExt cx="943824" cy="16005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3824" cy="1600514"/>
            </a:xfrm>
            <a:custGeom>
              <a:avLst/>
              <a:gdLst/>
              <a:ahLst/>
              <a:cxnLst/>
              <a:rect r="r" b="b" t="t" l="l"/>
              <a:pathLst>
                <a:path h="160051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1578910"/>
                  </a:lnTo>
                  <a:cubicBezTo>
                    <a:pt x="943824" y="1590842"/>
                    <a:pt x="934152" y="1600514"/>
                    <a:pt x="922220" y="1600514"/>
                  </a:cubicBezTo>
                  <a:lnTo>
                    <a:pt x="21604" y="1600514"/>
                  </a:lnTo>
                  <a:cubicBezTo>
                    <a:pt x="9672" y="1600514"/>
                    <a:pt x="0" y="1590842"/>
                    <a:pt x="0" y="157891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43824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802237" y="2199217"/>
            <a:ext cx="2611411" cy="926264"/>
            <a:chOff x="0" y="0"/>
            <a:chExt cx="687779" cy="2439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7779" cy="243954"/>
            </a:xfrm>
            <a:custGeom>
              <a:avLst/>
              <a:gdLst/>
              <a:ahLst/>
              <a:cxnLst/>
              <a:rect r="r" b="b" t="t" l="l"/>
              <a:pathLst>
                <a:path h="243954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214308"/>
                  </a:lnTo>
                  <a:cubicBezTo>
                    <a:pt x="687779" y="230681"/>
                    <a:pt x="674506" y="243954"/>
                    <a:pt x="658132" y="243954"/>
                  </a:cubicBezTo>
                  <a:lnTo>
                    <a:pt x="29647" y="243954"/>
                  </a:lnTo>
                  <a:cubicBezTo>
                    <a:pt x="13273" y="243954"/>
                    <a:pt x="0" y="230681"/>
                    <a:pt x="0" y="21430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87779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251053" y="3607079"/>
            <a:ext cx="1713778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He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She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03980" y="7021793"/>
            <a:ext cx="220792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You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36092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To be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5429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Verb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54290" y="5849265"/>
            <a:ext cx="220792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study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972488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-ing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972488" y="5849265"/>
            <a:ext cx="220792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-ing</a:t>
            </a:r>
          </a:p>
        </p:txBody>
      </p:sp>
      <p:sp>
        <p:nvSpPr>
          <p:cNvPr name="TextBox 48" id="48"/>
          <p:cNvSpPr txBox="true"/>
          <p:nvPr/>
        </p:nvSpPr>
        <p:spPr>
          <a:xfrm rot="-5400000">
            <a:off x="-341513" y="5922925"/>
            <a:ext cx="4421689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Negative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00398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Subject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0" y="971956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1"/>
                </a:lnTo>
                <a:lnTo>
                  <a:pt x="0" y="168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6336092" y="4307167"/>
            <a:ext cx="220792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wasn’t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60628" y="4954867"/>
            <a:ext cx="315885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(was + not)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169450" y="7402793"/>
            <a:ext cx="255886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weren’t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860628" y="8050493"/>
            <a:ext cx="315885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(were + not)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011" y="501629"/>
            <a:ext cx="17831977" cy="15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5"/>
              </a:lnSpc>
            </a:pPr>
            <a:r>
              <a:rPr lang="en-US" sz="111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Past continuous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5341" y="3243224"/>
            <a:ext cx="1282281" cy="6076952"/>
            <a:chOff x="0" y="0"/>
            <a:chExt cx="337720" cy="1600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7720" cy="1600514"/>
            </a:xfrm>
            <a:custGeom>
              <a:avLst/>
              <a:gdLst/>
              <a:ahLst/>
              <a:cxnLst/>
              <a:rect r="r" b="b" t="t" l="l"/>
              <a:pathLst>
                <a:path h="1600514" w="337720">
                  <a:moveTo>
                    <a:pt x="60376" y="0"/>
                  </a:moveTo>
                  <a:lnTo>
                    <a:pt x="277344" y="0"/>
                  </a:lnTo>
                  <a:cubicBezTo>
                    <a:pt x="310689" y="0"/>
                    <a:pt x="337720" y="27031"/>
                    <a:pt x="337720" y="60376"/>
                  </a:cubicBezTo>
                  <a:lnTo>
                    <a:pt x="337720" y="1540138"/>
                  </a:lnTo>
                  <a:cubicBezTo>
                    <a:pt x="337720" y="1556151"/>
                    <a:pt x="331359" y="1571508"/>
                    <a:pt x="320036" y="1582830"/>
                  </a:cubicBezTo>
                  <a:cubicBezTo>
                    <a:pt x="308713" y="1594153"/>
                    <a:pt x="293357" y="1600514"/>
                    <a:pt x="277344" y="1600514"/>
                  </a:cubicBezTo>
                  <a:lnTo>
                    <a:pt x="60376" y="1600514"/>
                  </a:lnTo>
                  <a:cubicBezTo>
                    <a:pt x="27031" y="1600514"/>
                    <a:pt x="0" y="1573483"/>
                    <a:pt x="0" y="1540138"/>
                  </a:cubicBezTo>
                  <a:lnTo>
                    <a:pt x="0" y="60376"/>
                  </a:lnTo>
                  <a:cubicBezTo>
                    <a:pt x="0" y="27031"/>
                    <a:pt x="27031" y="0"/>
                    <a:pt x="60376" y="0"/>
                  </a:cubicBezTo>
                  <a:close/>
                </a:path>
              </a:pathLst>
            </a:custGeom>
            <a:solidFill>
              <a:srgbClr val="7C6C6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7720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02237" y="2199217"/>
            <a:ext cx="2611411" cy="926264"/>
            <a:chOff x="0" y="0"/>
            <a:chExt cx="687779" cy="243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7779" cy="243954"/>
            </a:xfrm>
            <a:custGeom>
              <a:avLst/>
              <a:gdLst/>
              <a:ahLst/>
              <a:cxnLst/>
              <a:rect r="r" b="b" t="t" l="l"/>
              <a:pathLst>
                <a:path h="243954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214308"/>
                  </a:lnTo>
                  <a:cubicBezTo>
                    <a:pt x="687779" y="230681"/>
                    <a:pt x="674506" y="243954"/>
                    <a:pt x="658132" y="243954"/>
                  </a:cubicBezTo>
                  <a:lnTo>
                    <a:pt x="29647" y="243954"/>
                  </a:lnTo>
                  <a:cubicBezTo>
                    <a:pt x="13273" y="243954"/>
                    <a:pt x="0" y="230681"/>
                    <a:pt x="0" y="21430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87779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0398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Subject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02237" y="3243224"/>
            <a:ext cx="2611411" cy="3356611"/>
            <a:chOff x="0" y="0"/>
            <a:chExt cx="687779" cy="8840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779" cy="884046"/>
            </a:xfrm>
            <a:custGeom>
              <a:avLst/>
              <a:gdLst/>
              <a:ahLst/>
              <a:cxnLst/>
              <a:rect r="r" b="b" t="t" l="l"/>
              <a:pathLst>
                <a:path h="884046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854399"/>
                  </a:lnTo>
                  <a:cubicBezTo>
                    <a:pt x="687779" y="862262"/>
                    <a:pt x="684655" y="869803"/>
                    <a:pt x="679096" y="875362"/>
                  </a:cubicBezTo>
                  <a:cubicBezTo>
                    <a:pt x="673536" y="880922"/>
                    <a:pt x="665995" y="884046"/>
                    <a:pt x="658132" y="884046"/>
                  </a:cubicBezTo>
                  <a:lnTo>
                    <a:pt x="29647" y="884046"/>
                  </a:lnTo>
                  <a:cubicBezTo>
                    <a:pt x="13273" y="884046"/>
                    <a:pt x="0" y="870773"/>
                    <a:pt x="0" y="854399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7779" cy="9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02237" y="6714135"/>
            <a:ext cx="2611411" cy="2606041"/>
            <a:chOff x="0" y="0"/>
            <a:chExt cx="687779" cy="686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7779" cy="686365"/>
            </a:xfrm>
            <a:custGeom>
              <a:avLst/>
              <a:gdLst/>
              <a:ahLst/>
              <a:cxnLst/>
              <a:rect r="r" b="b" t="t" l="l"/>
              <a:pathLst>
                <a:path h="686365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656718"/>
                  </a:lnTo>
                  <a:cubicBezTo>
                    <a:pt x="687779" y="664581"/>
                    <a:pt x="684655" y="672122"/>
                    <a:pt x="679096" y="677682"/>
                  </a:cubicBezTo>
                  <a:cubicBezTo>
                    <a:pt x="673536" y="683241"/>
                    <a:pt x="665995" y="686365"/>
                    <a:pt x="658132" y="686365"/>
                  </a:cubicBezTo>
                  <a:lnTo>
                    <a:pt x="29647" y="686365"/>
                  </a:lnTo>
                  <a:cubicBezTo>
                    <a:pt x="13273" y="686365"/>
                    <a:pt x="0" y="673092"/>
                    <a:pt x="0" y="65671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E1DC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7779" cy="73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48263" y="2199217"/>
            <a:ext cx="3583583" cy="926264"/>
            <a:chOff x="0" y="0"/>
            <a:chExt cx="943824" cy="243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48263" y="3243224"/>
            <a:ext cx="3583583" cy="3356611"/>
            <a:chOff x="0" y="0"/>
            <a:chExt cx="943824" cy="8840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3824" cy="884046"/>
            </a:xfrm>
            <a:custGeom>
              <a:avLst/>
              <a:gdLst/>
              <a:ahLst/>
              <a:cxnLst/>
              <a:rect r="r" b="b" t="t" l="l"/>
              <a:pathLst>
                <a:path h="884046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862442"/>
                  </a:lnTo>
                  <a:cubicBezTo>
                    <a:pt x="943824" y="874373"/>
                    <a:pt x="934152" y="884046"/>
                    <a:pt x="922220" y="884046"/>
                  </a:cubicBezTo>
                  <a:lnTo>
                    <a:pt x="21604" y="884046"/>
                  </a:lnTo>
                  <a:cubicBezTo>
                    <a:pt x="9672" y="884046"/>
                    <a:pt x="0" y="874373"/>
                    <a:pt x="0" y="862442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43824" cy="9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48263" y="6714135"/>
            <a:ext cx="3583583" cy="2606041"/>
            <a:chOff x="0" y="0"/>
            <a:chExt cx="943824" cy="6863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3824" cy="686365"/>
            </a:xfrm>
            <a:custGeom>
              <a:avLst/>
              <a:gdLst/>
              <a:ahLst/>
              <a:cxnLst/>
              <a:rect r="r" b="b" t="t" l="l"/>
              <a:pathLst>
                <a:path h="686365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664761"/>
                  </a:lnTo>
                  <a:cubicBezTo>
                    <a:pt x="943824" y="676692"/>
                    <a:pt x="934152" y="686365"/>
                    <a:pt x="922220" y="686365"/>
                  </a:cubicBezTo>
                  <a:lnTo>
                    <a:pt x="21604" y="686365"/>
                  </a:lnTo>
                  <a:cubicBezTo>
                    <a:pt x="9672" y="686365"/>
                    <a:pt x="0" y="676692"/>
                    <a:pt x="0" y="664761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43824" cy="733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66461" y="2199217"/>
            <a:ext cx="3583583" cy="926264"/>
            <a:chOff x="0" y="0"/>
            <a:chExt cx="943824" cy="243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6461" y="3243224"/>
            <a:ext cx="3583583" cy="6076952"/>
            <a:chOff x="0" y="0"/>
            <a:chExt cx="943824" cy="16005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3824" cy="1600514"/>
            </a:xfrm>
            <a:custGeom>
              <a:avLst/>
              <a:gdLst/>
              <a:ahLst/>
              <a:cxnLst/>
              <a:rect r="r" b="b" t="t" l="l"/>
              <a:pathLst>
                <a:path h="160051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1578910"/>
                  </a:lnTo>
                  <a:cubicBezTo>
                    <a:pt x="943824" y="1590842"/>
                    <a:pt x="934152" y="1600514"/>
                    <a:pt x="922220" y="1600514"/>
                  </a:cubicBezTo>
                  <a:lnTo>
                    <a:pt x="21604" y="1600514"/>
                  </a:lnTo>
                  <a:cubicBezTo>
                    <a:pt x="9672" y="1600514"/>
                    <a:pt x="0" y="1590842"/>
                    <a:pt x="0" y="157891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43824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84659" y="2199217"/>
            <a:ext cx="3583583" cy="926264"/>
            <a:chOff x="0" y="0"/>
            <a:chExt cx="943824" cy="2439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3824" cy="243954"/>
            </a:xfrm>
            <a:custGeom>
              <a:avLst/>
              <a:gdLst/>
              <a:ahLst/>
              <a:cxnLst/>
              <a:rect r="r" b="b" t="t" l="l"/>
              <a:pathLst>
                <a:path h="24395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222350"/>
                  </a:lnTo>
                  <a:cubicBezTo>
                    <a:pt x="943824" y="234282"/>
                    <a:pt x="934152" y="243954"/>
                    <a:pt x="922220" y="243954"/>
                  </a:cubicBezTo>
                  <a:lnTo>
                    <a:pt x="21604" y="243954"/>
                  </a:lnTo>
                  <a:cubicBezTo>
                    <a:pt x="9672" y="243954"/>
                    <a:pt x="0" y="234282"/>
                    <a:pt x="0" y="22235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43824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84659" y="3243224"/>
            <a:ext cx="3583583" cy="6076952"/>
            <a:chOff x="0" y="0"/>
            <a:chExt cx="943824" cy="16005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3824" cy="1600514"/>
            </a:xfrm>
            <a:custGeom>
              <a:avLst/>
              <a:gdLst/>
              <a:ahLst/>
              <a:cxnLst/>
              <a:rect r="r" b="b" t="t" l="l"/>
              <a:pathLst>
                <a:path h="1600514" w="943824">
                  <a:moveTo>
                    <a:pt x="21604" y="0"/>
                  </a:moveTo>
                  <a:lnTo>
                    <a:pt x="922220" y="0"/>
                  </a:lnTo>
                  <a:cubicBezTo>
                    <a:pt x="934152" y="0"/>
                    <a:pt x="943824" y="9672"/>
                    <a:pt x="943824" y="21604"/>
                  </a:cubicBezTo>
                  <a:lnTo>
                    <a:pt x="943824" y="1578910"/>
                  </a:lnTo>
                  <a:cubicBezTo>
                    <a:pt x="943824" y="1590842"/>
                    <a:pt x="934152" y="1600514"/>
                    <a:pt x="922220" y="1600514"/>
                  </a:cubicBezTo>
                  <a:lnTo>
                    <a:pt x="21604" y="1600514"/>
                  </a:lnTo>
                  <a:cubicBezTo>
                    <a:pt x="9672" y="1600514"/>
                    <a:pt x="0" y="1590842"/>
                    <a:pt x="0" y="1578910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43824" cy="16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802237" y="2199217"/>
            <a:ext cx="2611411" cy="926264"/>
            <a:chOff x="0" y="0"/>
            <a:chExt cx="687779" cy="2439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7779" cy="243954"/>
            </a:xfrm>
            <a:custGeom>
              <a:avLst/>
              <a:gdLst/>
              <a:ahLst/>
              <a:cxnLst/>
              <a:rect r="r" b="b" t="t" l="l"/>
              <a:pathLst>
                <a:path h="243954" w="687779">
                  <a:moveTo>
                    <a:pt x="29647" y="0"/>
                  </a:moveTo>
                  <a:lnTo>
                    <a:pt x="658132" y="0"/>
                  </a:lnTo>
                  <a:cubicBezTo>
                    <a:pt x="674506" y="0"/>
                    <a:pt x="687779" y="13273"/>
                    <a:pt x="687779" y="29647"/>
                  </a:cubicBezTo>
                  <a:lnTo>
                    <a:pt x="687779" y="214308"/>
                  </a:lnTo>
                  <a:cubicBezTo>
                    <a:pt x="687779" y="230681"/>
                    <a:pt x="674506" y="243954"/>
                    <a:pt x="658132" y="243954"/>
                  </a:cubicBezTo>
                  <a:lnTo>
                    <a:pt x="29647" y="243954"/>
                  </a:lnTo>
                  <a:cubicBezTo>
                    <a:pt x="13273" y="243954"/>
                    <a:pt x="0" y="230681"/>
                    <a:pt x="0" y="214308"/>
                  </a:cubicBezTo>
                  <a:lnTo>
                    <a:pt x="0" y="29647"/>
                  </a:lnTo>
                  <a:cubicBezTo>
                    <a:pt x="0" y="13273"/>
                    <a:pt x="13273" y="0"/>
                    <a:pt x="29647" y="0"/>
                  </a:cubicBezTo>
                  <a:close/>
                </a:path>
              </a:pathLst>
            </a:custGeom>
            <a:solidFill>
              <a:srgbClr val="7C6C6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87779" cy="29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583165" y="3607079"/>
            <a:ext cx="1713778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he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she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336092" y="7021793"/>
            <a:ext cx="220792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</a:t>
            </a: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e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you</a:t>
            </a:r>
          </a:p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they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36092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Subject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5429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Verb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54290" y="5849265"/>
            <a:ext cx="220792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study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972488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-ing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972488" y="5849265"/>
            <a:ext cx="2207925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-ing?</a:t>
            </a:r>
          </a:p>
        </p:txBody>
      </p:sp>
      <p:sp>
        <p:nvSpPr>
          <p:cNvPr name="TextBox 48" id="48"/>
          <p:cNvSpPr txBox="true"/>
          <p:nvPr/>
        </p:nvSpPr>
        <p:spPr>
          <a:xfrm rot="-5400000">
            <a:off x="-341513" y="5922925"/>
            <a:ext cx="4421689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Question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003980" y="2246424"/>
            <a:ext cx="2207925" cy="7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To be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0" y="971956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1"/>
                </a:lnTo>
                <a:lnTo>
                  <a:pt x="0" y="168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3003980" y="4564342"/>
            <a:ext cx="220792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127635" y="7659968"/>
            <a:ext cx="196061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Were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2017" y="3758278"/>
            <a:ext cx="2831044" cy="6452522"/>
          </a:xfrm>
          <a:custGeom>
            <a:avLst/>
            <a:gdLst/>
            <a:ahLst/>
            <a:cxnLst/>
            <a:rect r="r" b="b" t="t" l="l"/>
            <a:pathLst>
              <a:path h="6452522" w="2831044">
                <a:moveTo>
                  <a:pt x="0" y="0"/>
                </a:moveTo>
                <a:lnTo>
                  <a:pt x="2831044" y="0"/>
                </a:lnTo>
                <a:lnTo>
                  <a:pt x="2831044" y="6452522"/>
                </a:lnTo>
                <a:lnTo>
                  <a:pt x="0" y="645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41853" y="3878532"/>
            <a:ext cx="9046163" cy="1850964"/>
            <a:chOff x="0" y="0"/>
            <a:chExt cx="2382529" cy="487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2529" cy="487497"/>
            </a:xfrm>
            <a:custGeom>
              <a:avLst/>
              <a:gdLst/>
              <a:ahLst/>
              <a:cxnLst/>
              <a:rect r="r" b="b" t="t" l="l"/>
              <a:pathLst>
                <a:path h="487497" w="2382529">
                  <a:moveTo>
                    <a:pt x="8558" y="0"/>
                  </a:moveTo>
                  <a:lnTo>
                    <a:pt x="2373970" y="0"/>
                  </a:lnTo>
                  <a:cubicBezTo>
                    <a:pt x="2376240" y="0"/>
                    <a:pt x="2378417" y="902"/>
                    <a:pt x="2380022" y="2507"/>
                  </a:cubicBezTo>
                  <a:cubicBezTo>
                    <a:pt x="2381627" y="4112"/>
                    <a:pt x="2382529" y="6288"/>
                    <a:pt x="2382529" y="8558"/>
                  </a:cubicBezTo>
                  <a:lnTo>
                    <a:pt x="2382529" y="478938"/>
                  </a:lnTo>
                  <a:cubicBezTo>
                    <a:pt x="2382529" y="481208"/>
                    <a:pt x="2381627" y="483385"/>
                    <a:pt x="2380022" y="484990"/>
                  </a:cubicBezTo>
                  <a:cubicBezTo>
                    <a:pt x="2378417" y="486595"/>
                    <a:pt x="2376240" y="487497"/>
                    <a:pt x="2373970" y="487497"/>
                  </a:cubicBezTo>
                  <a:lnTo>
                    <a:pt x="8558" y="487497"/>
                  </a:lnTo>
                  <a:cubicBezTo>
                    <a:pt x="6288" y="487497"/>
                    <a:pt x="4112" y="486595"/>
                    <a:pt x="2507" y="484990"/>
                  </a:cubicBezTo>
                  <a:cubicBezTo>
                    <a:pt x="902" y="483385"/>
                    <a:pt x="0" y="481208"/>
                    <a:pt x="0" y="478938"/>
                  </a:cubicBezTo>
                  <a:lnTo>
                    <a:pt x="0" y="8558"/>
                  </a:lnTo>
                  <a:cubicBezTo>
                    <a:pt x="0" y="6288"/>
                    <a:pt x="902" y="4112"/>
                    <a:pt x="2507" y="2507"/>
                  </a:cubicBezTo>
                  <a:cubicBezTo>
                    <a:pt x="4112" y="902"/>
                    <a:pt x="6288" y="0"/>
                    <a:pt x="8558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82529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18577" y="4459507"/>
            <a:ext cx="167962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What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1666" y="4434146"/>
            <a:ext cx="167962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?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516100" y="4952306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50890" y="4952306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785681" y="4952306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1736668">
            <a:off x="3219922" y="5154526"/>
            <a:ext cx="1028299" cy="1149940"/>
            <a:chOff x="0" y="0"/>
            <a:chExt cx="270828" cy="302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42017" y="1783431"/>
            <a:ext cx="17603966" cy="118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9"/>
              </a:lnSpc>
            </a:pPr>
            <a:r>
              <a:rPr lang="en-US" sz="4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Write down the follow-up question the detectives asked each suspect. Answer the question.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011" y="454004"/>
            <a:ext cx="17831977" cy="121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9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Your turn!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13090711" y="6061360"/>
            <a:ext cx="5197289" cy="4495655"/>
          </a:xfrm>
          <a:custGeom>
            <a:avLst/>
            <a:gdLst/>
            <a:ahLst/>
            <a:cxnLst/>
            <a:rect r="r" b="b" t="t" l="l"/>
            <a:pathLst>
              <a:path h="4495655" w="5197289">
                <a:moveTo>
                  <a:pt x="5197289" y="0"/>
                </a:moveTo>
                <a:lnTo>
                  <a:pt x="0" y="0"/>
                </a:lnTo>
                <a:lnTo>
                  <a:pt x="0" y="4495655"/>
                </a:lnTo>
                <a:lnTo>
                  <a:pt x="5197289" y="4495655"/>
                </a:lnTo>
                <a:lnTo>
                  <a:pt x="519728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965829" y="6286371"/>
            <a:ext cx="8995557" cy="1850964"/>
            <a:chOff x="0" y="0"/>
            <a:chExt cx="2369200" cy="487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69200" cy="487497"/>
            </a:xfrm>
            <a:custGeom>
              <a:avLst/>
              <a:gdLst/>
              <a:ahLst/>
              <a:cxnLst/>
              <a:rect r="r" b="b" t="t" l="l"/>
              <a:pathLst>
                <a:path h="487497" w="2369200">
                  <a:moveTo>
                    <a:pt x="8606" y="0"/>
                  </a:moveTo>
                  <a:lnTo>
                    <a:pt x="2360594" y="0"/>
                  </a:lnTo>
                  <a:cubicBezTo>
                    <a:pt x="2362876" y="0"/>
                    <a:pt x="2365065" y="907"/>
                    <a:pt x="2366679" y="2521"/>
                  </a:cubicBezTo>
                  <a:cubicBezTo>
                    <a:pt x="2368293" y="4135"/>
                    <a:pt x="2369200" y="6324"/>
                    <a:pt x="2369200" y="8606"/>
                  </a:cubicBezTo>
                  <a:lnTo>
                    <a:pt x="2369200" y="478890"/>
                  </a:lnTo>
                  <a:cubicBezTo>
                    <a:pt x="2369200" y="481173"/>
                    <a:pt x="2368293" y="483362"/>
                    <a:pt x="2366679" y="484976"/>
                  </a:cubicBezTo>
                  <a:cubicBezTo>
                    <a:pt x="2365065" y="486590"/>
                    <a:pt x="2362876" y="487497"/>
                    <a:pt x="2360594" y="487497"/>
                  </a:cubicBezTo>
                  <a:lnTo>
                    <a:pt x="8606" y="487497"/>
                  </a:lnTo>
                  <a:cubicBezTo>
                    <a:pt x="6324" y="487497"/>
                    <a:pt x="4135" y="486590"/>
                    <a:pt x="2521" y="484976"/>
                  </a:cubicBezTo>
                  <a:cubicBezTo>
                    <a:pt x="907" y="483362"/>
                    <a:pt x="0" y="481173"/>
                    <a:pt x="0" y="478890"/>
                  </a:cubicBezTo>
                  <a:lnTo>
                    <a:pt x="0" y="8606"/>
                  </a:lnTo>
                  <a:cubicBezTo>
                    <a:pt x="0" y="6324"/>
                    <a:pt x="907" y="4135"/>
                    <a:pt x="2521" y="2521"/>
                  </a:cubicBezTo>
                  <a:cubicBezTo>
                    <a:pt x="4135" y="907"/>
                    <a:pt x="6324" y="0"/>
                    <a:pt x="8606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369200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3953606" y="6810387"/>
            <a:ext cx="1028299" cy="1149940"/>
            <a:chOff x="0" y="0"/>
            <a:chExt cx="270828" cy="3028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312324" y="7328744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7447115" y="7328744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9581905" y="7328744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1630640" y="6854666"/>
            <a:ext cx="198425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Maths.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41853" y="3878532"/>
            <a:ext cx="8970253" cy="1850964"/>
            <a:chOff x="0" y="0"/>
            <a:chExt cx="2362536" cy="487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2536" cy="487497"/>
            </a:xfrm>
            <a:custGeom>
              <a:avLst/>
              <a:gdLst/>
              <a:ahLst/>
              <a:cxnLst/>
              <a:rect r="r" b="b" t="t" l="l"/>
              <a:pathLst>
                <a:path h="487497" w="2362536">
                  <a:moveTo>
                    <a:pt x="8631" y="0"/>
                  </a:moveTo>
                  <a:lnTo>
                    <a:pt x="2353905" y="0"/>
                  </a:lnTo>
                  <a:cubicBezTo>
                    <a:pt x="2356194" y="0"/>
                    <a:pt x="2358389" y="909"/>
                    <a:pt x="2360008" y="2528"/>
                  </a:cubicBezTo>
                  <a:cubicBezTo>
                    <a:pt x="2361627" y="4146"/>
                    <a:pt x="2362536" y="6342"/>
                    <a:pt x="2362536" y="8631"/>
                  </a:cubicBezTo>
                  <a:lnTo>
                    <a:pt x="2362536" y="478866"/>
                  </a:lnTo>
                  <a:cubicBezTo>
                    <a:pt x="2362536" y="481155"/>
                    <a:pt x="2361627" y="483350"/>
                    <a:pt x="2360008" y="484969"/>
                  </a:cubicBezTo>
                  <a:cubicBezTo>
                    <a:pt x="2358389" y="486587"/>
                    <a:pt x="2356194" y="487497"/>
                    <a:pt x="2353905" y="487497"/>
                  </a:cubicBezTo>
                  <a:lnTo>
                    <a:pt x="8631" y="487497"/>
                  </a:lnTo>
                  <a:cubicBezTo>
                    <a:pt x="6342" y="487497"/>
                    <a:pt x="4146" y="486587"/>
                    <a:pt x="2528" y="484969"/>
                  </a:cubicBezTo>
                  <a:cubicBezTo>
                    <a:pt x="909" y="483350"/>
                    <a:pt x="0" y="481155"/>
                    <a:pt x="0" y="478866"/>
                  </a:cubicBezTo>
                  <a:lnTo>
                    <a:pt x="0" y="8631"/>
                  </a:lnTo>
                  <a:cubicBezTo>
                    <a:pt x="0" y="6342"/>
                    <a:pt x="909" y="4146"/>
                    <a:pt x="2528" y="2528"/>
                  </a:cubicBezTo>
                  <a:cubicBezTo>
                    <a:pt x="4146" y="909"/>
                    <a:pt x="6342" y="0"/>
                    <a:pt x="8631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62536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080622" y="4459507"/>
            <a:ext cx="110224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Who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93711" y="4434146"/>
            <a:ext cx="167962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?</a:t>
            </a:r>
          </a:p>
        </p:txBody>
      </p:sp>
      <p:sp>
        <p:nvSpPr>
          <p:cNvPr name="AutoShape 9" id="9"/>
          <p:cNvSpPr/>
          <p:nvPr/>
        </p:nvSpPr>
        <p:spPr>
          <a:xfrm>
            <a:off x="5182875" y="4953226"/>
            <a:ext cx="1931102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420802" y="4953226"/>
            <a:ext cx="1931102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658729" y="4953226"/>
            <a:ext cx="1931102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1736668">
            <a:off x="3219922" y="5154526"/>
            <a:ext cx="1028299" cy="1149940"/>
            <a:chOff x="0" y="0"/>
            <a:chExt cx="270828" cy="302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8011" y="454004"/>
            <a:ext cx="17831977" cy="121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9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Your turn!</a:t>
            </a:r>
          </a:p>
        </p:txBody>
      </p:sp>
      <p:grpSp>
        <p:nvGrpSpPr>
          <p:cNvPr name="Group 16" id="16"/>
          <p:cNvGrpSpPr/>
          <p:nvPr/>
        </p:nvGrpSpPr>
        <p:grpSpPr>
          <a:xfrm rot="-7147076">
            <a:off x="13957056" y="6166054"/>
            <a:ext cx="1028299" cy="1149940"/>
            <a:chOff x="0" y="0"/>
            <a:chExt cx="270828" cy="3028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50043" y="6286371"/>
            <a:ext cx="8843737" cy="1850964"/>
            <a:chOff x="0" y="0"/>
            <a:chExt cx="2329215" cy="487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29215" cy="487497"/>
            </a:xfrm>
            <a:custGeom>
              <a:avLst/>
              <a:gdLst/>
              <a:ahLst/>
              <a:cxnLst/>
              <a:rect r="r" b="b" t="t" l="l"/>
              <a:pathLst>
                <a:path h="487497" w="2329215">
                  <a:moveTo>
                    <a:pt x="8754" y="0"/>
                  </a:moveTo>
                  <a:lnTo>
                    <a:pt x="2320460" y="0"/>
                  </a:lnTo>
                  <a:cubicBezTo>
                    <a:pt x="2325295" y="0"/>
                    <a:pt x="2329215" y="3919"/>
                    <a:pt x="2329215" y="8754"/>
                  </a:cubicBezTo>
                  <a:lnTo>
                    <a:pt x="2329215" y="478743"/>
                  </a:lnTo>
                  <a:cubicBezTo>
                    <a:pt x="2329215" y="483577"/>
                    <a:pt x="2325295" y="487497"/>
                    <a:pt x="2320460" y="487497"/>
                  </a:cubicBezTo>
                  <a:lnTo>
                    <a:pt x="8754" y="487497"/>
                  </a:lnTo>
                  <a:cubicBezTo>
                    <a:pt x="3919" y="487497"/>
                    <a:pt x="0" y="483577"/>
                    <a:pt x="0" y="478743"/>
                  </a:cubicBezTo>
                  <a:lnTo>
                    <a:pt x="0" y="8754"/>
                  </a:lnTo>
                  <a:cubicBezTo>
                    <a:pt x="0" y="3919"/>
                    <a:pt x="3919" y="0"/>
                    <a:pt x="8754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329215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720628" y="7328744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697224" y="7328744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673820" y="7328744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1698121" y="6854666"/>
            <a:ext cx="232507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to Mia.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176075" y="4484927"/>
            <a:ext cx="2598115" cy="5725873"/>
          </a:xfrm>
          <a:custGeom>
            <a:avLst/>
            <a:gdLst/>
            <a:ahLst/>
            <a:cxnLst/>
            <a:rect r="r" b="b" t="t" l="l"/>
            <a:pathLst>
              <a:path h="5725873" w="2598115">
                <a:moveTo>
                  <a:pt x="0" y="0"/>
                </a:moveTo>
                <a:lnTo>
                  <a:pt x="2598115" y="0"/>
                </a:lnTo>
                <a:lnTo>
                  <a:pt x="2598115" y="5725873"/>
                </a:lnTo>
                <a:lnTo>
                  <a:pt x="0" y="572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83572" y="3967914"/>
            <a:ext cx="2824906" cy="6242886"/>
          </a:xfrm>
          <a:custGeom>
            <a:avLst/>
            <a:gdLst/>
            <a:ahLst/>
            <a:cxnLst/>
            <a:rect r="r" b="b" t="t" l="l"/>
            <a:pathLst>
              <a:path h="6242886" w="2824906">
                <a:moveTo>
                  <a:pt x="0" y="0"/>
                </a:moveTo>
                <a:lnTo>
                  <a:pt x="2824906" y="0"/>
                </a:lnTo>
                <a:lnTo>
                  <a:pt x="2824906" y="6242886"/>
                </a:lnTo>
                <a:lnTo>
                  <a:pt x="0" y="6242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42017" y="1783431"/>
            <a:ext cx="17603966" cy="118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9"/>
              </a:lnSpc>
            </a:pPr>
            <a:r>
              <a:rPr lang="en-US" sz="4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Write down the follow-up question the detectives asked each suspect. Answer the question.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2017" y="3758278"/>
            <a:ext cx="2831044" cy="6452522"/>
          </a:xfrm>
          <a:custGeom>
            <a:avLst/>
            <a:gdLst/>
            <a:ahLst/>
            <a:cxnLst/>
            <a:rect r="r" b="b" t="t" l="l"/>
            <a:pathLst>
              <a:path h="6452522" w="2831044">
                <a:moveTo>
                  <a:pt x="0" y="0"/>
                </a:moveTo>
                <a:lnTo>
                  <a:pt x="2831044" y="0"/>
                </a:lnTo>
                <a:lnTo>
                  <a:pt x="2831044" y="6452522"/>
                </a:lnTo>
                <a:lnTo>
                  <a:pt x="0" y="645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41853" y="3878532"/>
            <a:ext cx="8919647" cy="1850964"/>
            <a:chOff x="0" y="0"/>
            <a:chExt cx="2349207" cy="487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9207" cy="487497"/>
            </a:xfrm>
            <a:custGeom>
              <a:avLst/>
              <a:gdLst/>
              <a:ahLst/>
              <a:cxnLst/>
              <a:rect r="r" b="b" t="t" l="l"/>
              <a:pathLst>
                <a:path h="487497" w="2349207">
                  <a:moveTo>
                    <a:pt x="8680" y="0"/>
                  </a:moveTo>
                  <a:lnTo>
                    <a:pt x="2340528" y="0"/>
                  </a:lnTo>
                  <a:cubicBezTo>
                    <a:pt x="2342830" y="0"/>
                    <a:pt x="2345037" y="914"/>
                    <a:pt x="2346665" y="2542"/>
                  </a:cubicBezTo>
                  <a:cubicBezTo>
                    <a:pt x="2348293" y="4170"/>
                    <a:pt x="2349207" y="6378"/>
                    <a:pt x="2349207" y="8680"/>
                  </a:cubicBezTo>
                  <a:lnTo>
                    <a:pt x="2349207" y="478817"/>
                  </a:lnTo>
                  <a:cubicBezTo>
                    <a:pt x="2349207" y="483611"/>
                    <a:pt x="2345321" y="487497"/>
                    <a:pt x="2340528" y="487497"/>
                  </a:cubicBezTo>
                  <a:lnTo>
                    <a:pt x="8680" y="487497"/>
                  </a:lnTo>
                  <a:cubicBezTo>
                    <a:pt x="6378" y="487497"/>
                    <a:pt x="4170" y="486582"/>
                    <a:pt x="2542" y="484955"/>
                  </a:cubicBezTo>
                  <a:cubicBezTo>
                    <a:pt x="914" y="483327"/>
                    <a:pt x="0" y="481119"/>
                    <a:pt x="0" y="478817"/>
                  </a:cubicBezTo>
                  <a:lnTo>
                    <a:pt x="0" y="8680"/>
                  </a:lnTo>
                  <a:cubicBezTo>
                    <a:pt x="0" y="6378"/>
                    <a:pt x="914" y="4170"/>
                    <a:pt x="2542" y="2542"/>
                  </a:cubicBezTo>
                  <a:cubicBezTo>
                    <a:pt x="4170" y="914"/>
                    <a:pt x="6378" y="0"/>
                    <a:pt x="8680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49207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55319" y="4459507"/>
            <a:ext cx="167962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What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8407" y="4434146"/>
            <a:ext cx="167962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?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452841" y="4952306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87632" y="4952306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722422" y="4952306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1736668">
            <a:off x="3219922" y="5154526"/>
            <a:ext cx="1028299" cy="1149940"/>
            <a:chOff x="0" y="0"/>
            <a:chExt cx="270828" cy="302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8011" y="454004"/>
            <a:ext cx="17831977" cy="121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9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Your turn!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132721" y="6286371"/>
            <a:ext cx="8565400" cy="1850964"/>
            <a:chOff x="0" y="0"/>
            <a:chExt cx="2255908" cy="4874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55908" cy="487497"/>
            </a:xfrm>
            <a:custGeom>
              <a:avLst/>
              <a:gdLst/>
              <a:ahLst/>
              <a:cxnLst/>
              <a:rect r="r" b="b" t="t" l="l"/>
              <a:pathLst>
                <a:path h="487497" w="2255908">
                  <a:moveTo>
                    <a:pt x="9039" y="0"/>
                  </a:moveTo>
                  <a:lnTo>
                    <a:pt x="2246869" y="0"/>
                  </a:lnTo>
                  <a:cubicBezTo>
                    <a:pt x="2251861" y="0"/>
                    <a:pt x="2255908" y="4047"/>
                    <a:pt x="2255908" y="9039"/>
                  </a:cubicBezTo>
                  <a:lnTo>
                    <a:pt x="2255908" y="478458"/>
                  </a:lnTo>
                  <a:cubicBezTo>
                    <a:pt x="2255908" y="483450"/>
                    <a:pt x="2251861" y="487497"/>
                    <a:pt x="2246869" y="487497"/>
                  </a:cubicBezTo>
                  <a:lnTo>
                    <a:pt x="9039" y="487497"/>
                  </a:lnTo>
                  <a:cubicBezTo>
                    <a:pt x="4047" y="487497"/>
                    <a:pt x="0" y="483450"/>
                    <a:pt x="0" y="478458"/>
                  </a:cubicBezTo>
                  <a:lnTo>
                    <a:pt x="0" y="9039"/>
                  </a:lnTo>
                  <a:cubicBezTo>
                    <a:pt x="0" y="4047"/>
                    <a:pt x="4047" y="0"/>
                    <a:pt x="9039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55908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2690341" y="6810387"/>
            <a:ext cx="1028299" cy="1149940"/>
            <a:chOff x="0" y="0"/>
            <a:chExt cx="270828" cy="302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4395553" y="7586871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6457467" y="7586871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519380" y="7586871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0581294" y="7586871"/>
            <a:ext cx="1842106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3472424" y="5519697"/>
            <a:ext cx="4587564" cy="5881493"/>
          </a:xfrm>
          <a:custGeom>
            <a:avLst/>
            <a:gdLst/>
            <a:ahLst/>
            <a:cxnLst/>
            <a:rect r="r" b="b" t="t" l="l"/>
            <a:pathLst>
              <a:path h="5881493" w="4587564">
                <a:moveTo>
                  <a:pt x="0" y="0"/>
                </a:moveTo>
                <a:lnTo>
                  <a:pt x="4587565" y="0"/>
                </a:lnTo>
                <a:lnTo>
                  <a:pt x="4587565" y="5881493"/>
                </a:lnTo>
                <a:lnTo>
                  <a:pt x="0" y="5881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42017" y="1783431"/>
            <a:ext cx="17603966" cy="118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9"/>
              </a:lnSpc>
            </a:pPr>
            <a:r>
              <a:rPr lang="en-US" sz="4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Write down the follow-up question the detectives asked each suspect. Answer the question.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41853" y="3878532"/>
            <a:ext cx="8765419" cy="1850964"/>
            <a:chOff x="0" y="0"/>
            <a:chExt cx="2308588" cy="487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8588" cy="487497"/>
            </a:xfrm>
            <a:custGeom>
              <a:avLst/>
              <a:gdLst/>
              <a:ahLst/>
              <a:cxnLst/>
              <a:rect r="r" b="b" t="t" l="l"/>
              <a:pathLst>
                <a:path h="487497" w="2308588">
                  <a:moveTo>
                    <a:pt x="8832" y="0"/>
                  </a:moveTo>
                  <a:lnTo>
                    <a:pt x="2299755" y="0"/>
                  </a:lnTo>
                  <a:cubicBezTo>
                    <a:pt x="2304633" y="0"/>
                    <a:pt x="2308588" y="3954"/>
                    <a:pt x="2308588" y="8832"/>
                  </a:cubicBezTo>
                  <a:lnTo>
                    <a:pt x="2308588" y="478664"/>
                  </a:lnTo>
                  <a:cubicBezTo>
                    <a:pt x="2308588" y="481007"/>
                    <a:pt x="2307657" y="483253"/>
                    <a:pt x="2306001" y="484910"/>
                  </a:cubicBezTo>
                  <a:cubicBezTo>
                    <a:pt x="2304344" y="486566"/>
                    <a:pt x="2302098" y="487497"/>
                    <a:pt x="2299755" y="487497"/>
                  </a:cubicBezTo>
                  <a:lnTo>
                    <a:pt x="8832" y="487497"/>
                  </a:lnTo>
                  <a:cubicBezTo>
                    <a:pt x="6490" y="487497"/>
                    <a:pt x="4243" y="486566"/>
                    <a:pt x="2587" y="484910"/>
                  </a:cubicBezTo>
                  <a:cubicBezTo>
                    <a:pt x="931" y="483253"/>
                    <a:pt x="0" y="481007"/>
                    <a:pt x="0" y="478664"/>
                  </a:cubicBezTo>
                  <a:lnTo>
                    <a:pt x="0" y="8832"/>
                  </a:lnTo>
                  <a:cubicBezTo>
                    <a:pt x="0" y="6490"/>
                    <a:pt x="931" y="4243"/>
                    <a:pt x="2587" y="2587"/>
                  </a:cubicBezTo>
                  <a:cubicBezTo>
                    <a:pt x="4243" y="931"/>
                    <a:pt x="6490" y="0"/>
                    <a:pt x="8832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08588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78205" y="4459507"/>
            <a:ext cx="131064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What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1294" y="4434146"/>
            <a:ext cx="167962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?</a:t>
            </a:r>
          </a:p>
        </p:txBody>
      </p:sp>
      <p:sp>
        <p:nvSpPr>
          <p:cNvPr name="AutoShape 9" id="9"/>
          <p:cNvSpPr/>
          <p:nvPr/>
        </p:nvSpPr>
        <p:spPr>
          <a:xfrm>
            <a:off x="5288845" y="4953226"/>
            <a:ext cx="1931102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422579" y="4953226"/>
            <a:ext cx="1931102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556312" y="4953226"/>
            <a:ext cx="1931102" cy="0"/>
          </a:xfrm>
          <a:prstGeom prst="line">
            <a:avLst/>
          </a:prstGeom>
          <a:ln cap="flat" w="38100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1736668">
            <a:off x="3219922" y="5154526"/>
            <a:ext cx="1028299" cy="1149940"/>
            <a:chOff x="0" y="0"/>
            <a:chExt cx="270828" cy="302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828" cy="302865"/>
            </a:xfrm>
            <a:custGeom>
              <a:avLst/>
              <a:gdLst/>
              <a:ahLst/>
              <a:cxnLst/>
              <a:rect r="r" b="b" t="t" l="l"/>
              <a:pathLst>
                <a:path h="302865" w="270828">
                  <a:moveTo>
                    <a:pt x="135414" y="302865"/>
                  </a:moveTo>
                  <a:lnTo>
                    <a:pt x="270828" y="0"/>
                  </a:lnTo>
                  <a:lnTo>
                    <a:pt x="0" y="0"/>
                  </a:lnTo>
                  <a:lnTo>
                    <a:pt x="135414" y="302865"/>
                  </a:ln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42317" y="-25992"/>
              <a:ext cx="186194" cy="18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62261" y="6755779"/>
            <a:ext cx="8565400" cy="1850964"/>
            <a:chOff x="0" y="0"/>
            <a:chExt cx="2255908" cy="4874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5908" cy="487497"/>
            </a:xfrm>
            <a:custGeom>
              <a:avLst/>
              <a:gdLst/>
              <a:ahLst/>
              <a:cxnLst/>
              <a:rect r="r" b="b" t="t" l="l"/>
              <a:pathLst>
                <a:path h="487497" w="2255908">
                  <a:moveTo>
                    <a:pt x="9039" y="0"/>
                  </a:moveTo>
                  <a:lnTo>
                    <a:pt x="2246869" y="0"/>
                  </a:lnTo>
                  <a:cubicBezTo>
                    <a:pt x="2251861" y="0"/>
                    <a:pt x="2255908" y="4047"/>
                    <a:pt x="2255908" y="9039"/>
                  </a:cubicBezTo>
                  <a:lnTo>
                    <a:pt x="2255908" y="478458"/>
                  </a:lnTo>
                  <a:cubicBezTo>
                    <a:pt x="2255908" y="483450"/>
                    <a:pt x="2251861" y="487497"/>
                    <a:pt x="2246869" y="487497"/>
                  </a:cubicBezTo>
                  <a:lnTo>
                    <a:pt x="9039" y="487497"/>
                  </a:lnTo>
                  <a:cubicBezTo>
                    <a:pt x="4047" y="487497"/>
                    <a:pt x="0" y="483450"/>
                    <a:pt x="0" y="478458"/>
                  </a:cubicBezTo>
                  <a:lnTo>
                    <a:pt x="0" y="9039"/>
                  </a:lnTo>
                  <a:cubicBezTo>
                    <a:pt x="0" y="4047"/>
                    <a:pt x="4047" y="0"/>
                    <a:pt x="9039" y="0"/>
                  </a:cubicBezTo>
                  <a:close/>
                </a:path>
              </a:pathLst>
            </a:custGeom>
            <a:solidFill>
              <a:srgbClr val="E1DC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255908" cy="53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83572" y="3967914"/>
            <a:ext cx="2824906" cy="6242886"/>
          </a:xfrm>
          <a:custGeom>
            <a:avLst/>
            <a:gdLst/>
            <a:ahLst/>
            <a:cxnLst/>
            <a:rect r="r" b="b" t="t" l="l"/>
            <a:pathLst>
              <a:path h="6242886" w="2824906">
                <a:moveTo>
                  <a:pt x="0" y="0"/>
                </a:moveTo>
                <a:lnTo>
                  <a:pt x="2824906" y="0"/>
                </a:lnTo>
                <a:lnTo>
                  <a:pt x="2824906" y="6242886"/>
                </a:lnTo>
                <a:lnTo>
                  <a:pt x="0" y="6242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39096" y="9446189"/>
            <a:ext cx="6050474" cy="1905899"/>
          </a:xfrm>
          <a:custGeom>
            <a:avLst/>
            <a:gdLst/>
            <a:ahLst/>
            <a:cxnLst/>
            <a:rect r="r" b="b" t="t" l="l"/>
            <a:pathLst>
              <a:path h="1905899" w="6050474">
                <a:moveTo>
                  <a:pt x="0" y="0"/>
                </a:moveTo>
                <a:lnTo>
                  <a:pt x="6050474" y="0"/>
                </a:lnTo>
                <a:lnTo>
                  <a:pt x="6050474" y="1905900"/>
                </a:lnTo>
                <a:lnTo>
                  <a:pt x="0" y="1905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06742" y="8494112"/>
            <a:ext cx="3115182" cy="1904155"/>
          </a:xfrm>
          <a:custGeom>
            <a:avLst/>
            <a:gdLst/>
            <a:ahLst/>
            <a:cxnLst/>
            <a:rect r="r" b="b" t="t" l="l"/>
            <a:pathLst>
              <a:path h="1904155" w="3115182">
                <a:moveTo>
                  <a:pt x="0" y="0"/>
                </a:moveTo>
                <a:lnTo>
                  <a:pt x="3115182" y="0"/>
                </a:lnTo>
                <a:lnTo>
                  <a:pt x="3115182" y="1904155"/>
                </a:lnTo>
                <a:lnTo>
                  <a:pt x="0" y="19041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088957" y="5679060"/>
            <a:ext cx="2971031" cy="2815052"/>
          </a:xfrm>
          <a:custGeom>
            <a:avLst/>
            <a:gdLst/>
            <a:ahLst/>
            <a:cxnLst/>
            <a:rect r="r" b="b" t="t" l="l"/>
            <a:pathLst>
              <a:path h="2815052" w="2971031">
                <a:moveTo>
                  <a:pt x="0" y="0"/>
                </a:moveTo>
                <a:lnTo>
                  <a:pt x="2971032" y="0"/>
                </a:lnTo>
                <a:lnTo>
                  <a:pt x="2971032" y="2815052"/>
                </a:lnTo>
                <a:lnTo>
                  <a:pt x="0" y="28150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3224733">
            <a:off x="16034361" y="5962013"/>
            <a:ext cx="1080223" cy="1886853"/>
          </a:xfrm>
          <a:custGeom>
            <a:avLst/>
            <a:gdLst/>
            <a:ahLst/>
            <a:cxnLst/>
            <a:rect r="r" b="b" t="t" l="l"/>
            <a:pathLst>
              <a:path h="1886853" w="1080223">
                <a:moveTo>
                  <a:pt x="0" y="0"/>
                </a:moveTo>
                <a:lnTo>
                  <a:pt x="1080224" y="0"/>
                </a:lnTo>
                <a:lnTo>
                  <a:pt x="1080224" y="1886853"/>
                </a:lnTo>
                <a:lnTo>
                  <a:pt x="0" y="1886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28011" y="454004"/>
            <a:ext cx="17831977" cy="121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999">
                <a:solidFill>
                  <a:srgbClr val="3F322B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Your turn!</a:t>
            </a:r>
          </a:p>
        </p:txBody>
      </p:sp>
      <p:sp>
        <p:nvSpPr>
          <p:cNvPr name="AutoShape 24" id="24"/>
          <p:cNvSpPr/>
          <p:nvPr/>
        </p:nvSpPr>
        <p:spPr>
          <a:xfrm>
            <a:off x="5596913" y="7847110"/>
            <a:ext cx="2182562" cy="0"/>
          </a:xfrm>
          <a:prstGeom prst="line">
            <a:avLst/>
          </a:prstGeom>
          <a:ln cap="flat" w="47625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081262" y="7847110"/>
            <a:ext cx="2182562" cy="0"/>
          </a:xfrm>
          <a:prstGeom prst="line">
            <a:avLst/>
          </a:prstGeom>
          <a:ln cap="flat" w="47625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0565610" y="7824539"/>
            <a:ext cx="2182562" cy="0"/>
          </a:xfrm>
          <a:prstGeom prst="line">
            <a:avLst/>
          </a:prstGeom>
          <a:ln cap="flat" w="47625">
            <a:solidFill>
              <a:srgbClr val="4D3D3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4741750" y="7324073"/>
            <a:ext cx="85517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2017" y="1783431"/>
            <a:ext cx="17603966" cy="118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9"/>
              </a:lnSpc>
            </a:pPr>
            <a:r>
              <a:rPr lang="en-US" sz="4499">
                <a:solidFill>
                  <a:srgbClr val="3F322B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Write down the follow-up question the detectives asked each suspect. Answer the question.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CC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588" y="-1104264"/>
            <a:ext cx="18876158" cy="12505455"/>
          </a:xfrm>
          <a:custGeom>
            <a:avLst/>
            <a:gdLst/>
            <a:ahLst/>
            <a:cxnLst/>
            <a:rect r="r" b="b" t="t" l="l"/>
            <a:pathLst>
              <a:path h="12505455" w="18876158">
                <a:moveTo>
                  <a:pt x="0" y="0"/>
                </a:moveTo>
                <a:lnTo>
                  <a:pt x="18876158" y="0"/>
                </a:lnTo>
                <a:lnTo>
                  <a:pt x="18876158" y="12505454"/>
                </a:lnTo>
                <a:lnTo>
                  <a:pt x="0" y="1250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446189"/>
            <a:ext cx="18288000" cy="1681621"/>
          </a:xfrm>
          <a:custGeom>
            <a:avLst/>
            <a:gdLst/>
            <a:ahLst/>
            <a:cxnLst/>
            <a:rect r="r" b="b" t="t" l="l"/>
            <a:pathLst>
              <a:path h="1681621" w="18288000">
                <a:moveTo>
                  <a:pt x="0" y="0"/>
                </a:moveTo>
                <a:lnTo>
                  <a:pt x="18288000" y="0"/>
                </a:lnTo>
                <a:lnTo>
                  <a:pt x="18288000" y="1681622"/>
                </a:lnTo>
                <a:lnTo>
                  <a:pt x="0" y="168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19" r="0" b="-866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5608" y="-163385"/>
            <a:ext cx="13136785" cy="226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22"/>
              </a:lnSpc>
            </a:pPr>
            <a:r>
              <a:rPr lang="en-US" sz="12373">
                <a:solidFill>
                  <a:srgbClr val="3F3739"/>
                </a:solidFill>
                <a:latin typeface="Heartland Sans"/>
                <a:ea typeface="Heartland Sans"/>
                <a:cs typeface="Heartland Sans"/>
                <a:sym typeface="Heartland Sans"/>
              </a:rPr>
              <a:t>Magic shortcuts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5134" y="1813664"/>
            <a:ext cx="15837733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3"/>
              </a:lnSpc>
            </a:pPr>
            <a:r>
              <a:rPr lang="en-US" sz="3599">
                <a:solidFill>
                  <a:srgbClr val="3F3739"/>
                </a:solidFill>
                <a:latin typeface="TLWG Typewriter"/>
                <a:ea typeface="TLWG Typewriter"/>
                <a:cs typeface="TLWG Typewriter"/>
                <a:sym typeface="TLWG Typewriter"/>
              </a:rPr>
              <a:t>use in presentation mode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97972" y="3604158"/>
            <a:ext cx="13892056" cy="4341478"/>
            <a:chOff x="0" y="0"/>
            <a:chExt cx="18522741" cy="578863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61950"/>
              <a:ext cx="10026086" cy="6150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35"/>
                </a:lnSpc>
              </a:pPr>
              <a:r>
                <a:rPr lang="en-US" sz="5100" spc="-295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B: blur current slide</a:t>
              </a:r>
            </a:p>
            <a:p>
              <a:pPr algn="l">
                <a:lnSpc>
                  <a:spcPts val="9435"/>
                </a:lnSpc>
              </a:pPr>
              <a:r>
                <a:rPr lang="en-US" sz="5100" spc="-295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C: confetti rain</a:t>
              </a:r>
            </a:p>
            <a:p>
              <a:pPr algn="l">
                <a:lnSpc>
                  <a:spcPts val="9435"/>
                </a:lnSpc>
              </a:pPr>
              <a:r>
                <a:rPr lang="en-US" sz="5100" spc="-295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D: drumroll</a:t>
              </a:r>
            </a:p>
            <a:p>
              <a:pPr algn="l" marL="0" indent="0" lvl="0">
                <a:lnSpc>
                  <a:spcPts val="9435"/>
                </a:lnSpc>
              </a:pPr>
              <a:r>
                <a:rPr lang="en-US" sz="5100" spc="-295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M: mic drop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055974" y="-361950"/>
              <a:ext cx="5466767" cy="6150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35"/>
                </a:lnSpc>
                <a:spcBef>
                  <a:spcPct val="0"/>
                </a:spcBef>
              </a:pPr>
              <a:r>
                <a:rPr lang="en-US" b="true" sz="5100" spc="-295" strike="noStrike" u="none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O: bubbles</a:t>
              </a:r>
            </a:p>
            <a:p>
              <a:pPr algn="l" marL="0" indent="0" lvl="0">
                <a:lnSpc>
                  <a:spcPts val="9435"/>
                </a:lnSpc>
                <a:spcBef>
                  <a:spcPct val="0"/>
                </a:spcBef>
              </a:pPr>
              <a:r>
                <a:rPr lang="en-US" b="true" sz="5100" spc="-295" strike="noStrike" u="none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Q: quiet</a:t>
              </a:r>
            </a:p>
            <a:p>
              <a:pPr algn="l" marL="0" indent="0" lvl="0">
                <a:lnSpc>
                  <a:spcPts val="9435"/>
                </a:lnSpc>
                <a:spcBef>
                  <a:spcPct val="0"/>
                </a:spcBef>
              </a:pPr>
              <a:r>
                <a:rPr lang="en-US" b="true" sz="5100" spc="-295" strike="noStrike" u="none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U: curtain</a:t>
              </a:r>
            </a:p>
            <a:p>
              <a:pPr algn="l" marL="0" indent="0" lvl="0">
                <a:lnSpc>
                  <a:spcPts val="9435"/>
                </a:lnSpc>
                <a:spcBef>
                  <a:spcPct val="0"/>
                </a:spcBef>
              </a:pPr>
              <a:r>
                <a:rPr lang="en-US" b="true" sz="5100" spc="-295" strike="noStrike" u="none">
                  <a:solidFill>
                    <a:srgbClr val="3F3739"/>
                  </a:solidFill>
                  <a:latin typeface="TLWG Typewriter"/>
                  <a:ea typeface="TLWG Typewriter"/>
                  <a:cs typeface="TLWG Typewriter"/>
                  <a:sym typeface="TLWG Typewriter"/>
                </a:rPr>
                <a:t>0-9: timer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DAHWsgsByds</dc:identifier>
  <dcterms:modified xsi:type="dcterms:W3CDTF">2011-08-01T06:04:30Z</dcterms:modified>
  <cp:revision>1</cp:revision>
  <dc:title>Past continuous presentation in brown fun style</dc:title>
</cp:coreProperties>
</file>