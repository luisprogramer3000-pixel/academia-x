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vallon Alt" charset="1" panose="00000000000000000000"/>
      <p:regular r:id="rId17"/>
    </p:embeddedFont>
    <p:embeddedFont>
      <p:font typeface="Shantell Sans Bold" charset="1" panose="00000000000000000000"/>
      <p:regular r:id="rId18"/>
    </p:embeddedFont>
    <p:embeddedFont>
      <p:font typeface="Shantell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45.png" Type="http://schemas.openxmlformats.org/officeDocument/2006/relationships/image"/><Relationship Id="rId14" Target="../media/image46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17" Target="../media/image49.png" Type="http://schemas.openxmlformats.org/officeDocument/2006/relationships/image"/><Relationship Id="rId18" Target="../media/image50.svg" Type="http://schemas.openxmlformats.org/officeDocument/2006/relationships/image"/><Relationship Id="rId19" Target="../media/image51.png" Type="http://schemas.openxmlformats.org/officeDocument/2006/relationships/image"/><Relationship Id="rId2" Target="../media/image21.png" Type="http://schemas.openxmlformats.org/officeDocument/2006/relationships/image"/><Relationship Id="rId20" Target="../media/image52.sv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21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21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svg" Type="http://schemas.openxmlformats.org/officeDocument/2006/relationships/image"/><Relationship Id="rId11" Target="../media/image67.png" Type="http://schemas.openxmlformats.org/officeDocument/2006/relationships/image"/><Relationship Id="rId12" Target="../media/image68.svg" Type="http://schemas.openxmlformats.org/officeDocument/2006/relationships/image"/><Relationship Id="rId13" Target="../media/image69.png" Type="http://schemas.openxmlformats.org/officeDocument/2006/relationships/image"/><Relationship Id="rId14" Target="../media/image70.svg" Type="http://schemas.openxmlformats.org/officeDocument/2006/relationships/image"/><Relationship Id="rId15" Target="../media/image71.png" Type="http://schemas.openxmlformats.org/officeDocument/2006/relationships/image"/><Relationship Id="rId16" Target="../media/image72.svg" Type="http://schemas.openxmlformats.org/officeDocument/2006/relationships/image"/><Relationship Id="rId17" Target="../media/image73.png" Type="http://schemas.openxmlformats.org/officeDocument/2006/relationships/image"/><Relationship Id="rId2" Target="../media/image21.pn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svg" Type="http://schemas.openxmlformats.org/officeDocument/2006/relationships/image"/><Relationship Id="rId12" Target="../media/image81.png" Type="http://schemas.openxmlformats.org/officeDocument/2006/relationships/image"/><Relationship Id="rId13" Target="../media/image82.svg" Type="http://schemas.openxmlformats.org/officeDocument/2006/relationships/image"/><Relationship Id="rId14" Target="../media/image83.png" Type="http://schemas.openxmlformats.org/officeDocument/2006/relationships/image"/><Relationship Id="rId15" Target="../media/image84.svg" Type="http://schemas.openxmlformats.org/officeDocument/2006/relationships/image"/><Relationship Id="rId16" Target="../media/image85.png" Type="http://schemas.openxmlformats.org/officeDocument/2006/relationships/image"/><Relationship Id="rId17" Target="../media/image86.svg" Type="http://schemas.openxmlformats.org/officeDocument/2006/relationships/image"/><Relationship Id="rId2" Target="../media/image21.pn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sv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13" Target="../media/image97.png" Type="http://schemas.openxmlformats.org/officeDocument/2006/relationships/image"/><Relationship Id="rId14" Target="../media/image98.svg" Type="http://schemas.openxmlformats.org/officeDocument/2006/relationships/image"/><Relationship Id="rId15" Target="../media/image99.png" Type="http://schemas.openxmlformats.org/officeDocument/2006/relationships/image"/><Relationship Id="rId16" Target="../media/image100.svg" Type="http://schemas.openxmlformats.org/officeDocument/2006/relationships/image"/><Relationship Id="rId17" Target="../media/image101.png" Type="http://schemas.openxmlformats.org/officeDocument/2006/relationships/image"/><Relationship Id="rId18" Target="../media/image102.svg" Type="http://schemas.openxmlformats.org/officeDocument/2006/relationships/image"/><Relationship Id="rId19" Target="../media/image103.png" Type="http://schemas.openxmlformats.org/officeDocument/2006/relationships/image"/><Relationship Id="rId2" Target="../media/image21.png" Type="http://schemas.openxmlformats.org/officeDocument/2006/relationships/image"/><Relationship Id="rId20" Target="../media/image104.svg" Type="http://schemas.openxmlformats.org/officeDocument/2006/relationships/image"/><Relationship Id="rId3" Target="../media/image87.jpeg" Type="http://schemas.openxmlformats.org/officeDocument/2006/relationships/image"/><Relationship Id="rId4" Target="../media/image88.jpeg" Type="http://schemas.openxmlformats.org/officeDocument/2006/relationships/image"/><Relationship Id="rId5" Target="../media/image89.jpeg" Type="http://schemas.openxmlformats.org/officeDocument/2006/relationships/image"/><Relationship Id="rId6" Target="../media/image90.jpe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21.png" Type="http://schemas.openxmlformats.org/officeDocument/2006/relationships/image"/><Relationship Id="rId3" Target="../media/image105.png" Type="http://schemas.openxmlformats.org/officeDocument/2006/relationships/image"/><Relationship Id="rId4" Target="../media/image106.svg" Type="http://schemas.openxmlformats.org/officeDocument/2006/relationships/image"/><Relationship Id="rId5" Target="../media/image107.png" Type="http://schemas.openxmlformats.org/officeDocument/2006/relationships/image"/><Relationship Id="rId6" Target="../media/image108.svg" Type="http://schemas.openxmlformats.org/officeDocument/2006/relationships/image"/><Relationship Id="rId7" Target="../media/image109.png" Type="http://schemas.openxmlformats.org/officeDocument/2006/relationships/image"/><Relationship Id="rId8" Target="../media/image110.sv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119.png" Type="http://schemas.openxmlformats.org/officeDocument/2006/relationships/image"/><Relationship Id="rId15" Target="../media/image120.svg" Type="http://schemas.openxmlformats.org/officeDocument/2006/relationships/image"/><Relationship Id="rId16" Target="../media/image121.png" Type="http://schemas.openxmlformats.org/officeDocument/2006/relationships/image"/><Relationship Id="rId17" Target="../media/image122.svg" Type="http://schemas.openxmlformats.org/officeDocument/2006/relationships/image"/><Relationship Id="rId18" Target="../media/image123.png" Type="http://schemas.openxmlformats.org/officeDocument/2006/relationships/image"/><Relationship Id="rId19" Target="../media/image124.svg" Type="http://schemas.openxmlformats.org/officeDocument/2006/relationships/image"/><Relationship Id="rId2" Target="../media/image21.png" Type="http://schemas.openxmlformats.org/officeDocument/2006/relationships/image"/><Relationship Id="rId20" Target="../media/image125.png" Type="http://schemas.openxmlformats.org/officeDocument/2006/relationships/image"/><Relationship Id="rId21" Target="../media/image126.svg" Type="http://schemas.openxmlformats.org/officeDocument/2006/relationships/image"/><Relationship Id="rId22" Target="../media/image19.png" Type="http://schemas.openxmlformats.org/officeDocument/2006/relationships/image"/><Relationship Id="rId23" Target="../media/image20.svg" Type="http://schemas.openxmlformats.org/officeDocument/2006/relationships/image"/><Relationship Id="rId3" Target="../media/image112.pn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76964" y="5623156"/>
            <a:ext cx="6719608" cy="1857055"/>
          </a:xfrm>
          <a:custGeom>
            <a:avLst/>
            <a:gdLst/>
            <a:ahLst/>
            <a:cxnLst/>
            <a:rect r="r" b="b" t="t" l="l"/>
            <a:pathLst>
              <a:path h="1857055" w="6719608">
                <a:moveTo>
                  <a:pt x="0" y="0"/>
                </a:moveTo>
                <a:lnTo>
                  <a:pt x="6719607" y="0"/>
                </a:lnTo>
                <a:lnTo>
                  <a:pt x="6719607" y="1857055"/>
                </a:lnTo>
                <a:lnTo>
                  <a:pt x="0" y="1857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654147">
            <a:off x="-14515" y="7521145"/>
            <a:ext cx="3621024" cy="4114800"/>
          </a:xfrm>
          <a:custGeom>
            <a:avLst/>
            <a:gdLst/>
            <a:ahLst/>
            <a:cxnLst/>
            <a:rect r="r" b="b" t="t" l="l"/>
            <a:pathLst>
              <a:path h="4114800" w="3621024">
                <a:moveTo>
                  <a:pt x="0" y="0"/>
                </a:moveTo>
                <a:lnTo>
                  <a:pt x="3621024" y="0"/>
                </a:lnTo>
                <a:lnTo>
                  <a:pt x="3621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38683">
            <a:off x="15352012" y="-154860"/>
            <a:ext cx="3814577" cy="2385844"/>
          </a:xfrm>
          <a:custGeom>
            <a:avLst/>
            <a:gdLst/>
            <a:ahLst/>
            <a:cxnLst/>
            <a:rect r="r" b="b" t="t" l="l"/>
            <a:pathLst>
              <a:path h="2385844" w="3814577">
                <a:moveTo>
                  <a:pt x="0" y="0"/>
                </a:moveTo>
                <a:lnTo>
                  <a:pt x="3814576" y="0"/>
                </a:lnTo>
                <a:lnTo>
                  <a:pt x="3814576" y="2385844"/>
                </a:lnTo>
                <a:lnTo>
                  <a:pt x="0" y="2385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08243" y="1227346"/>
            <a:ext cx="4182540" cy="9059654"/>
          </a:xfrm>
          <a:custGeom>
            <a:avLst/>
            <a:gdLst/>
            <a:ahLst/>
            <a:cxnLst/>
            <a:rect r="r" b="b" t="t" l="l"/>
            <a:pathLst>
              <a:path h="9059654" w="4182540">
                <a:moveTo>
                  <a:pt x="0" y="0"/>
                </a:moveTo>
                <a:lnTo>
                  <a:pt x="4182541" y="0"/>
                </a:lnTo>
                <a:lnTo>
                  <a:pt x="4182541" y="9059654"/>
                </a:lnTo>
                <a:lnTo>
                  <a:pt x="0" y="9059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92537">
            <a:off x="1941429" y="-3380314"/>
            <a:ext cx="6008068" cy="7295921"/>
          </a:xfrm>
          <a:custGeom>
            <a:avLst/>
            <a:gdLst/>
            <a:ahLst/>
            <a:cxnLst/>
            <a:rect r="r" b="b" t="t" l="l"/>
            <a:pathLst>
              <a:path h="7295921" w="6008068">
                <a:moveTo>
                  <a:pt x="0" y="0"/>
                </a:moveTo>
                <a:lnTo>
                  <a:pt x="6008068" y="0"/>
                </a:lnTo>
                <a:lnTo>
                  <a:pt x="6008068" y="7295921"/>
                </a:lnTo>
                <a:lnTo>
                  <a:pt x="0" y="7295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2055" t="0" r="-11696" b="-3201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48183" y="3709987"/>
            <a:ext cx="7777170" cy="391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1"/>
              </a:lnSpc>
            </a:pPr>
            <a:r>
              <a:rPr lang="en-US" sz="22579" spc="564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Graphics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6620" y="3000078"/>
            <a:ext cx="8140295" cy="128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52"/>
              </a:lnSpc>
              <a:spcBef>
                <a:spcPct val="0"/>
              </a:spcBef>
            </a:pPr>
            <a:r>
              <a:rPr lang="en-US" b="true" sz="7466" spc="-395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Presentation of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5799" y="1832119"/>
            <a:ext cx="7056402" cy="129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52"/>
              </a:lnSpc>
              <a:spcBef>
                <a:spcPct val="0"/>
              </a:spcBef>
            </a:pPr>
            <a:r>
              <a:rPr lang="en-US" sz="11039" strike="noStrike" u="none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Mind Map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464326" y="4158143"/>
            <a:ext cx="3296362" cy="1156723"/>
          </a:xfrm>
          <a:custGeom>
            <a:avLst/>
            <a:gdLst/>
            <a:ahLst/>
            <a:cxnLst/>
            <a:rect r="r" b="b" t="t" l="l"/>
            <a:pathLst>
              <a:path h="1156723" w="3296362">
                <a:moveTo>
                  <a:pt x="0" y="0"/>
                </a:moveTo>
                <a:lnTo>
                  <a:pt x="3296362" y="0"/>
                </a:lnTo>
                <a:lnTo>
                  <a:pt x="3296362" y="1156724"/>
                </a:lnTo>
                <a:lnTo>
                  <a:pt x="0" y="1156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24840" y="4822879"/>
            <a:ext cx="3296362" cy="1156723"/>
          </a:xfrm>
          <a:custGeom>
            <a:avLst/>
            <a:gdLst/>
            <a:ahLst/>
            <a:cxnLst/>
            <a:rect r="r" b="b" t="t" l="l"/>
            <a:pathLst>
              <a:path h="1156723" w="3296362">
                <a:moveTo>
                  <a:pt x="0" y="0"/>
                </a:moveTo>
                <a:lnTo>
                  <a:pt x="3296362" y="0"/>
                </a:lnTo>
                <a:lnTo>
                  <a:pt x="3296362" y="1156724"/>
                </a:lnTo>
                <a:lnTo>
                  <a:pt x="0" y="1156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81935" y="4158143"/>
            <a:ext cx="3296362" cy="1156723"/>
          </a:xfrm>
          <a:custGeom>
            <a:avLst/>
            <a:gdLst/>
            <a:ahLst/>
            <a:cxnLst/>
            <a:rect r="r" b="b" t="t" l="l"/>
            <a:pathLst>
              <a:path h="1156723" w="3296362">
                <a:moveTo>
                  <a:pt x="0" y="0"/>
                </a:moveTo>
                <a:lnTo>
                  <a:pt x="3296362" y="0"/>
                </a:lnTo>
                <a:lnTo>
                  <a:pt x="3296362" y="1156724"/>
                </a:lnTo>
                <a:lnTo>
                  <a:pt x="0" y="1156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080485" y="5384184"/>
            <a:ext cx="4409420" cy="278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  <a:spcBef>
                <a:spcPct val="0"/>
              </a:spcBef>
            </a:pPr>
            <a:r>
              <a:rPr lang="en-US" sz="2648" spc="-140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1000" y="6048920"/>
            <a:ext cx="4409420" cy="278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  <a:spcBef>
                <a:spcPct val="0"/>
              </a:spcBef>
            </a:pPr>
            <a:r>
              <a:rPr lang="en-US" sz="2648" spc="-140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98095" y="5384184"/>
            <a:ext cx="4409420" cy="278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  <a:spcBef>
                <a:spcPct val="0"/>
              </a:spcBef>
            </a:pPr>
            <a:r>
              <a:rPr lang="en-US" sz="2648" spc="-140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72139" y="4374761"/>
            <a:ext cx="2480736" cy="44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  <a:spcBef>
                <a:spcPct val="0"/>
              </a:spcBef>
            </a:pPr>
            <a:r>
              <a:rPr lang="en-US" b="true" sz="2648" spc="-140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Concept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2653" y="5039497"/>
            <a:ext cx="2480736" cy="44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  <a:spcBef>
                <a:spcPct val="0"/>
              </a:spcBef>
            </a:pPr>
            <a:r>
              <a:rPr lang="en-US" b="true" sz="2648" spc="-140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Concept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9748" y="4374761"/>
            <a:ext cx="2480736" cy="44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  <a:spcBef>
                <a:spcPct val="0"/>
              </a:spcBef>
            </a:pPr>
            <a:r>
              <a:rPr lang="en-US" b="true" sz="2648" spc="-140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Concept 03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81058">
            <a:off x="12771165" y="1829520"/>
            <a:ext cx="1533705" cy="1860895"/>
          </a:xfrm>
          <a:custGeom>
            <a:avLst/>
            <a:gdLst/>
            <a:ahLst/>
            <a:cxnLst/>
            <a:rect r="r" b="b" t="t" l="l"/>
            <a:pathLst>
              <a:path h="1860895" w="1533705">
                <a:moveTo>
                  <a:pt x="0" y="0"/>
                </a:moveTo>
                <a:lnTo>
                  <a:pt x="1533704" y="0"/>
                </a:lnTo>
                <a:lnTo>
                  <a:pt x="1533704" y="1860894"/>
                </a:lnTo>
                <a:lnTo>
                  <a:pt x="0" y="18608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true" rot="4731484">
            <a:off x="4029716" y="1829520"/>
            <a:ext cx="1533705" cy="1860895"/>
          </a:xfrm>
          <a:custGeom>
            <a:avLst/>
            <a:gdLst/>
            <a:ahLst/>
            <a:cxnLst/>
            <a:rect r="r" b="b" t="t" l="l"/>
            <a:pathLst>
              <a:path h="1860895" w="1533705">
                <a:moveTo>
                  <a:pt x="0" y="1860894"/>
                </a:moveTo>
                <a:lnTo>
                  <a:pt x="1533705" y="1860894"/>
                </a:lnTo>
                <a:lnTo>
                  <a:pt x="1533705" y="0"/>
                </a:lnTo>
                <a:lnTo>
                  <a:pt x="0" y="0"/>
                </a:lnTo>
                <a:lnTo>
                  <a:pt x="0" y="186089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5327987">
            <a:off x="8347349" y="3384063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1" y="0"/>
                </a:lnTo>
                <a:lnTo>
                  <a:pt x="1596721" y="1085770"/>
                </a:lnTo>
                <a:lnTo>
                  <a:pt x="0" y="1085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7477" y="2559528"/>
            <a:ext cx="874791" cy="2381856"/>
          </a:xfrm>
          <a:custGeom>
            <a:avLst/>
            <a:gdLst/>
            <a:ahLst/>
            <a:cxnLst/>
            <a:rect r="r" b="b" t="t" l="l"/>
            <a:pathLst>
              <a:path h="2381856" w="874791">
                <a:moveTo>
                  <a:pt x="0" y="0"/>
                </a:moveTo>
                <a:lnTo>
                  <a:pt x="874791" y="0"/>
                </a:lnTo>
                <a:lnTo>
                  <a:pt x="874791" y="2381856"/>
                </a:lnTo>
                <a:lnTo>
                  <a:pt x="0" y="2381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17477" y="5143500"/>
            <a:ext cx="874791" cy="2381856"/>
          </a:xfrm>
          <a:custGeom>
            <a:avLst/>
            <a:gdLst/>
            <a:ahLst/>
            <a:cxnLst/>
            <a:rect r="r" b="b" t="t" l="l"/>
            <a:pathLst>
              <a:path h="2381856" w="874791">
                <a:moveTo>
                  <a:pt x="0" y="0"/>
                </a:moveTo>
                <a:lnTo>
                  <a:pt x="874791" y="0"/>
                </a:lnTo>
                <a:lnTo>
                  <a:pt x="874791" y="2381856"/>
                </a:lnTo>
                <a:lnTo>
                  <a:pt x="0" y="2381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35270" y="2559528"/>
            <a:ext cx="912969" cy="2485808"/>
          </a:xfrm>
          <a:custGeom>
            <a:avLst/>
            <a:gdLst/>
            <a:ahLst/>
            <a:cxnLst/>
            <a:rect r="r" b="b" t="t" l="l"/>
            <a:pathLst>
              <a:path h="2485808" w="912969">
                <a:moveTo>
                  <a:pt x="912969" y="0"/>
                </a:moveTo>
                <a:lnTo>
                  <a:pt x="0" y="0"/>
                </a:lnTo>
                <a:lnTo>
                  <a:pt x="0" y="2485807"/>
                </a:lnTo>
                <a:lnTo>
                  <a:pt x="912969" y="2485807"/>
                </a:lnTo>
                <a:lnTo>
                  <a:pt x="9129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335270" y="5143500"/>
            <a:ext cx="912969" cy="2485808"/>
          </a:xfrm>
          <a:custGeom>
            <a:avLst/>
            <a:gdLst/>
            <a:ahLst/>
            <a:cxnLst/>
            <a:rect r="r" b="b" t="t" l="l"/>
            <a:pathLst>
              <a:path h="2485808" w="912969">
                <a:moveTo>
                  <a:pt x="912969" y="0"/>
                </a:moveTo>
                <a:lnTo>
                  <a:pt x="0" y="0"/>
                </a:lnTo>
                <a:lnTo>
                  <a:pt x="0" y="2485808"/>
                </a:lnTo>
                <a:lnTo>
                  <a:pt x="912969" y="2485808"/>
                </a:lnTo>
                <a:lnTo>
                  <a:pt x="9129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62045" y="1956579"/>
            <a:ext cx="4108386" cy="313731"/>
          </a:xfrm>
          <a:custGeom>
            <a:avLst/>
            <a:gdLst/>
            <a:ahLst/>
            <a:cxnLst/>
            <a:rect r="r" b="b" t="t" l="l"/>
            <a:pathLst>
              <a:path h="313731" w="4108386">
                <a:moveTo>
                  <a:pt x="0" y="0"/>
                </a:moveTo>
                <a:lnTo>
                  <a:pt x="4108387" y="0"/>
                </a:lnTo>
                <a:lnTo>
                  <a:pt x="4108387" y="313731"/>
                </a:lnTo>
                <a:lnTo>
                  <a:pt x="0" y="313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603980" y="8591296"/>
            <a:ext cx="2282686" cy="667004"/>
            <a:chOff x="0" y="0"/>
            <a:chExt cx="601201" cy="175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201" cy="175672"/>
            </a:xfrm>
            <a:custGeom>
              <a:avLst/>
              <a:gdLst/>
              <a:ahLst/>
              <a:cxnLst/>
              <a:rect r="r" b="b" t="t" l="l"/>
              <a:pathLst>
                <a:path h="175672" w="601201">
                  <a:moveTo>
                    <a:pt x="87836" y="0"/>
                  </a:moveTo>
                  <a:lnTo>
                    <a:pt x="513365" y="0"/>
                  </a:lnTo>
                  <a:cubicBezTo>
                    <a:pt x="536661" y="0"/>
                    <a:pt x="559002" y="9254"/>
                    <a:pt x="575475" y="25727"/>
                  </a:cubicBezTo>
                  <a:cubicBezTo>
                    <a:pt x="591947" y="42199"/>
                    <a:pt x="601201" y="64540"/>
                    <a:pt x="601201" y="87836"/>
                  </a:cubicBezTo>
                  <a:lnTo>
                    <a:pt x="601201" y="87836"/>
                  </a:lnTo>
                  <a:cubicBezTo>
                    <a:pt x="601201" y="111132"/>
                    <a:pt x="591947" y="133473"/>
                    <a:pt x="575475" y="149945"/>
                  </a:cubicBezTo>
                  <a:cubicBezTo>
                    <a:pt x="559002" y="166418"/>
                    <a:pt x="536661" y="175672"/>
                    <a:pt x="513365" y="175672"/>
                  </a:cubicBezTo>
                  <a:lnTo>
                    <a:pt x="87836" y="175672"/>
                  </a:lnTo>
                  <a:cubicBezTo>
                    <a:pt x="64540" y="175672"/>
                    <a:pt x="42199" y="166418"/>
                    <a:pt x="25727" y="149945"/>
                  </a:cubicBezTo>
                  <a:cubicBezTo>
                    <a:pt x="9254" y="133473"/>
                    <a:pt x="0" y="111132"/>
                    <a:pt x="0" y="87836"/>
                  </a:cubicBezTo>
                  <a:lnTo>
                    <a:pt x="0" y="87836"/>
                  </a:lnTo>
                  <a:cubicBezTo>
                    <a:pt x="0" y="64540"/>
                    <a:pt x="9254" y="42199"/>
                    <a:pt x="25727" y="25727"/>
                  </a:cubicBezTo>
                  <a:cubicBezTo>
                    <a:pt x="42199" y="9254"/>
                    <a:pt x="64540" y="0"/>
                    <a:pt x="87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1201" cy="213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76"/>
                </a:lnSpc>
                <a:spcBef>
                  <a:spcPct val="0"/>
                </a:spcBef>
              </a:pPr>
              <a:r>
                <a:rPr lang="en-US" b="true" sz="2126" spc="-112">
                  <a:solidFill>
                    <a:srgbClr val="000102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Concept 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61135" y="8591296"/>
            <a:ext cx="2282686" cy="667004"/>
            <a:chOff x="0" y="0"/>
            <a:chExt cx="601201" cy="175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1201" cy="175672"/>
            </a:xfrm>
            <a:custGeom>
              <a:avLst/>
              <a:gdLst/>
              <a:ahLst/>
              <a:cxnLst/>
              <a:rect r="r" b="b" t="t" l="l"/>
              <a:pathLst>
                <a:path h="175672" w="601201">
                  <a:moveTo>
                    <a:pt x="87836" y="0"/>
                  </a:moveTo>
                  <a:lnTo>
                    <a:pt x="513365" y="0"/>
                  </a:lnTo>
                  <a:cubicBezTo>
                    <a:pt x="536661" y="0"/>
                    <a:pt x="559002" y="9254"/>
                    <a:pt x="575475" y="25727"/>
                  </a:cubicBezTo>
                  <a:cubicBezTo>
                    <a:pt x="591947" y="42199"/>
                    <a:pt x="601201" y="64540"/>
                    <a:pt x="601201" y="87836"/>
                  </a:cubicBezTo>
                  <a:lnTo>
                    <a:pt x="601201" y="87836"/>
                  </a:lnTo>
                  <a:cubicBezTo>
                    <a:pt x="601201" y="111132"/>
                    <a:pt x="591947" y="133473"/>
                    <a:pt x="575475" y="149945"/>
                  </a:cubicBezTo>
                  <a:cubicBezTo>
                    <a:pt x="559002" y="166418"/>
                    <a:pt x="536661" y="175672"/>
                    <a:pt x="513365" y="175672"/>
                  </a:cubicBezTo>
                  <a:lnTo>
                    <a:pt x="87836" y="175672"/>
                  </a:lnTo>
                  <a:cubicBezTo>
                    <a:pt x="64540" y="175672"/>
                    <a:pt x="42199" y="166418"/>
                    <a:pt x="25727" y="149945"/>
                  </a:cubicBezTo>
                  <a:cubicBezTo>
                    <a:pt x="9254" y="133473"/>
                    <a:pt x="0" y="111132"/>
                    <a:pt x="0" y="87836"/>
                  </a:cubicBezTo>
                  <a:lnTo>
                    <a:pt x="0" y="87836"/>
                  </a:lnTo>
                  <a:cubicBezTo>
                    <a:pt x="0" y="64540"/>
                    <a:pt x="9254" y="42199"/>
                    <a:pt x="25727" y="25727"/>
                  </a:cubicBezTo>
                  <a:cubicBezTo>
                    <a:pt x="42199" y="9254"/>
                    <a:pt x="64540" y="0"/>
                    <a:pt x="87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01201" cy="213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76"/>
                </a:lnSpc>
                <a:spcBef>
                  <a:spcPct val="0"/>
                </a:spcBef>
              </a:pPr>
              <a:r>
                <a:rPr lang="en-US" b="true" sz="2126" spc="-112">
                  <a:solidFill>
                    <a:srgbClr val="000102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Concept 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49434" y="8591296"/>
            <a:ext cx="2282686" cy="667004"/>
            <a:chOff x="0" y="0"/>
            <a:chExt cx="601201" cy="175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1201" cy="175672"/>
            </a:xfrm>
            <a:custGeom>
              <a:avLst/>
              <a:gdLst/>
              <a:ahLst/>
              <a:cxnLst/>
              <a:rect r="r" b="b" t="t" l="l"/>
              <a:pathLst>
                <a:path h="175672" w="601201">
                  <a:moveTo>
                    <a:pt x="87836" y="0"/>
                  </a:moveTo>
                  <a:lnTo>
                    <a:pt x="513365" y="0"/>
                  </a:lnTo>
                  <a:cubicBezTo>
                    <a:pt x="536661" y="0"/>
                    <a:pt x="559002" y="9254"/>
                    <a:pt x="575475" y="25727"/>
                  </a:cubicBezTo>
                  <a:cubicBezTo>
                    <a:pt x="591947" y="42199"/>
                    <a:pt x="601201" y="64540"/>
                    <a:pt x="601201" y="87836"/>
                  </a:cubicBezTo>
                  <a:lnTo>
                    <a:pt x="601201" y="87836"/>
                  </a:lnTo>
                  <a:cubicBezTo>
                    <a:pt x="601201" y="111132"/>
                    <a:pt x="591947" y="133473"/>
                    <a:pt x="575475" y="149945"/>
                  </a:cubicBezTo>
                  <a:cubicBezTo>
                    <a:pt x="559002" y="166418"/>
                    <a:pt x="536661" y="175672"/>
                    <a:pt x="513365" y="175672"/>
                  </a:cubicBezTo>
                  <a:lnTo>
                    <a:pt x="87836" y="175672"/>
                  </a:lnTo>
                  <a:cubicBezTo>
                    <a:pt x="64540" y="175672"/>
                    <a:pt x="42199" y="166418"/>
                    <a:pt x="25727" y="149945"/>
                  </a:cubicBezTo>
                  <a:cubicBezTo>
                    <a:pt x="9254" y="133473"/>
                    <a:pt x="0" y="111132"/>
                    <a:pt x="0" y="87836"/>
                  </a:cubicBezTo>
                  <a:lnTo>
                    <a:pt x="0" y="87836"/>
                  </a:lnTo>
                  <a:cubicBezTo>
                    <a:pt x="0" y="64540"/>
                    <a:pt x="9254" y="42199"/>
                    <a:pt x="25727" y="25727"/>
                  </a:cubicBezTo>
                  <a:cubicBezTo>
                    <a:pt x="42199" y="9254"/>
                    <a:pt x="64540" y="0"/>
                    <a:pt x="87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1201" cy="213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76"/>
                </a:lnSpc>
                <a:spcBef>
                  <a:spcPct val="0"/>
                </a:spcBef>
              </a:pPr>
              <a:r>
                <a:rPr lang="en-US" b="true" sz="2126" spc="-112">
                  <a:solidFill>
                    <a:srgbClr val="000102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Concept 03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39941" y="4269743"/>
            <a:ext cx="3643456" cy="1497129"/>
          </a:xfrm>
          <a:custGeom>
            <a:avLst/>
            <a:gdLst/>
            <a:ahLst/>
            <a:cxnLst/>
            <a:rect r="r" b="b" t="t" l="l"/>
            <a:pathLst>
              <a:path h="1497129" w="3643456">
                <a:moveTo>
                  <a:pt x="0" y="0"/>
                </a:moveTo>
                <a:lnTo>
                  <a:pt x="3643456" y="0"/>
                </a:lnTo>
                <a:lnTo>
                  <a:pt x="3643456" y="1497129"/>
                </a:lnTo>
                <a:lnTo>
                  <a:pt x="0" y="1497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3995289" y="4074306"/>
            <a:ext cx="2933512" cy="1648100"/>
          </a:xfrm>
          <a:custGeom>
            <a:avLst/>
            <a:gdLst/>
            <a:ahLst/>
            <a:cxnLst/>
            <a:rect r="r" b="b" t="t" l="l"/>
            <a:pathLst>
              <a:path h="1648100" w="2933512">
                <a:moveTo>
                  <a:pt x="0" y="0"/>
                </a:moveTo>
                <a:lnTo>
                  <a:pt x="2933512" y="0"/>
                </a:lnTo>
                <a:lnTo>
                  <a:pt x="2933512" y="1648100"/>
                </a:lnTo>
                <a:lnTo>
                  <a:pt x="0" y="16481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687708">
            <a:off x="9538993" y="2958389"/>
            <a:ext cx="488912" cy="1378982"/>
          </a:xfrm>
          <a:custGeom>
            <a:avLst/>
            <a:gdLst/>
            <a:ahLst/>
            <a:cxnLst/>
            <a:rect r="r" b="b" t="t" l="l"/>
            <a:pathLst>
              <a:path h="1378982" w="488912">
                <a:moveTo>
                  <a:pt x="0" y="0"/>
                </a:moveTo>
                <a:lnTo>
                  <a:pt x="488912" y="0"/>
                </a:lnTo>
                <a:lnTo>
                  <a:pt x="488912" y="1378982"/>
                </a:lnTo>
                <a:lnTo>
                  <a:pt x="0" y="1378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687708">
            <a:off x="9538993" y="5542361"/>
            <a:ext cx="488912" cy="1378982"/>
          </a:xfrm>
          <a:custGeom>
            <a:avLst/>
            <a:gdLst/>
            <a:ahLst/>
            <a:cxnLst/>
            <a:rect r="r" b="b" t="t" l="l"/>
            <a:pathLst>
              <a:path h="1378982" w="488912">
                <a:moveTo>
                  <a:pt x="0" y="0"/>
                </a:moveTo>
                <a:lnTo>
                  <a:pt x="488912" y="0"/>
                </a:lnTo>
                <a:lnTo>
                  <a:pt x="488912" y="1378983"/>
                </a:lnTo>
                <a:lnTo>
                  <a:pt x="0" y="13789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10800000">
            <a:off x="1902424" y="6128740"/>
            <a:ext cx="2334298" cy="1846354"/>
          </a:xfrm>
          <a:custGeom>
            <a:avLst/>
            <a:gdLst/>
            <a:ahLst/>
            <a:cxnLst/>
            <a:rect r="r" b="b" t="t" l="l"/>
            <a:pathLst>
              <a:path h="1846354" w="2334298">
                <a:moveTo>
                  <a:pt x="2334297" y="0"/>
                </a:moveTo>
                <a:lnTo>
                  <a:pt x="0" y="0"/>
                </a:lnTo>
                <a:lnTo>
                  <a:pt x="0" y="1846354"/>
                </a:lnTo>
                <a:lnTo>
                  <a:pt x="2334297" y="1846354"/>
                </a:lnTo>
                <a:lnTo>
                  <a:pt x="2334297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true" flipV="false" rot="-10800000">
            <a:off x="4979796" y="8155262"/>
            <a:ext cx="1394543" cy="1103038"/>
          </a:xfrm>
          <a:custGeom>
            <a:avLst/>
            <a:gdLst/>
            <a:ahLst/>
            <a:cxnLst/>
            <a:rect r="r" b="b" t="t" l="l"/>
            <a:pathLst>
              <a:path h="1103038" w="1394543">
                <a:moveTo>
                  <a:pt x="1394543" y="0"/>
                </a:moveTo>
                <a:lnTo>
                  <a:pt x="0" y="0"/>
                </a:lnTo>
                <a:lnTo>
                  <a:pt x="0" y="1103038"/>
                </a:lnTo>
                <a:lnTo>
                  <a:pt x="1394543" y="1103038"/>
                </a:lnTo>
                <a:lnTo>
                  <a:pt x="1394543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4299210" y="7296157"/>
            <a:ext cx="4344304" cy="814557"/>
          </a:xfrm>
          <a:custGeom>
            <a:avLst/>
            <a:gdLst/>
            <a:ahLst/>
            <a:cxnLst/>
            <a:rect r="r" b="b" t="t" l="l"/>
            <a:pathLst>
              <a:path h="814557" w="4344304">
                <a:moveTo>
                  <a:pt x="0" y="0"/>
                </a:moveTo>
                <a:lnTo>
                  <a:pt x="4344305" y="0"/>
                </a:lnTo>
                <a:lnTo>
                  <a:pt x="4344305" y="814558"/>
                </a:lnTo>
                <a:lnTo>
                  <a:pt x="0" y="8145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5810" y="832718"/>
            <a:ext cx="2850912" cy="3395542"/>
          </a:xfrm>
          <a:custGeom>
            <a:avLst/>
            <a:gdLst/>
            <a:ahLst/>
            <a:cxnLst/>
            <a:rect r="r" b="b" t="t" l="l"/>
            <a:pathLst>
              <a:path h="3395542" w="2850912">
                <a:moveTo>
                  <a:pt x="0" y="0"/>
                </a:moveTo>
                <a:lnTo>
                  <a:pt x="2850911" y="0"/>
                </a:lnTo>
                <a:lnTo>
                  <a:pt x="2850911" y="3395543"/>
                </a:lnTo>
                <a:lnTo>
                  <a:pt x="0" y="339554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-42105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060998" y="2854578"/>
            <a:ext cx="4372625" cy="185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6"/>
              </a:lnSpc>
              <a:spcBef>
                <a:spcPct val="0"/>
              </a:spcBef>
            </a:pPr>
            <a:r>
              <a:rPr lang="en-US" sz="2126" spc="-112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60998" y="5438550"/>
            <a:ext cx="4372625" cy="185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6"/>
              </a:lnSpc>
              <a:spcBef>
                <a:spcPct val="0"/>
              </a:spcBef>
            </a:pPr>
            <a:r>
              <a:rPr lang="en-US" sz="2126" spc="-112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5393" y="4740760"/>
            <a:ext cx="3312553" cy="4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7"/>
              </a:lnSpc>
            </a:pPr>
            <a:r>
              <a:rPr lang="en-US" b="true" sz="3390" spc="-179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Brainstorming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74339" y="3285556"/>
            <a:ext cx="2592906" cy="4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7"/>
              </a:lnSpc>
            </a:pPr>
            <a:r>
              <a:rPr lang="en-US" b="true" sz="3390" spc="-179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Main Idea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74339" y="5869529"/>
            <a:ext cx="2592906" cy="95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7"/>
              </a:lnSpc>
            </a:pPr>
            <a:r>
              <a:rPr lang="en-US" b="true" sz="3390" spc="-179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Secondary Idea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63724" y="7311660"/>
            <a:ext cx="2615276" cy="57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2"/>
              </a:lnSpc>
              <a:spcBef>
                <a:spcPct val="0"/>
              </a:spcBef>
            </a:pPr>
            <a:r>
              <a:rPr lang="en-US" b="true" sz="3473">
                <a:solidFill>
                  <a:srgbClr val="F0F0EB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T</a:t>
            </a:r>
            <a:r>
              <a:rPr lang="en-US" b="true" sz="3473" strike="noStrike" u="none">
                <a:solidFill>
                  <a:srgbClr val="F0F0EB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he project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62045" y="1166093"/>
            <a:ext cx="3967867" cy="110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6"/>
              </a:lnSpc>
              <a:spcBef>
                <a:spcPct val="0"/>
              </a:spcBef>
            </a:pPr>
            <a:r>
              <a:rPr lang="en-US" sz="9459" spc="321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Flowchart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69971" y="3568927"/>
            <a:ext cx="1054277" cy="1162028"/>
          </a:xfrm>
          <a:custGeom>
            <a:avLst/>
            <a:gdLst/>
            <a:ahLst/>
            <a:cxnLst/>
            <a:rect r="r" b="b" t="t" l="l"/>
            <a:pathLst>
              <a:path h="1162028" w="1054277">
                <a:moveTo>
                  <a:pt x="0" y="0"/>
                </a:moveTo>
                <a:lnTo>
                  <a:pt x="1054277" y="0"/>
                </a:lnTo>
                <a:lnTo>
                  <a:pt x="1054277" y="1162028"/>
                </a:lnTo>
                <a:lnTo>
                  <a:pt x="0" y="1162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52629" y="3532111"/>
            <a:ext cx="699689" cy="1198844"/>
          </a:xfrm>
          <a:custGeom>
            <a:avLst/>
            <a:gdLst/>
            <a:ahLst/>
            <a:cxnLst/>
            <a:rect r="r" b="b" t="t" l="l"/>
            <a:pathLst>
              <a:path h="1198844" w="699689">
                <a:moveTo>
                  <a:pt x="0" y="0"/>
                </a:moveTo>
                <a:lnTo>
                  <a:pt x="699689" y="0"/>
                </a:lnTo>
                <a:lnTo>
                  <a:pt x="699689" y="1198844"/>
                </a:lnTo>
                <a:lnTo>
                  <a:pt x="0" y="1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13654" y="3592207"/>
            <a:ext cx="1354473" cy="1078653"/>
          </a:xfrm>
          <a:custGeom>
            <a:avLst/>
            <a:gdLst/>
            <a:ahLst/>
            <a:cxnLst/>
            <a:rect r="r" b="b" t="t" l="l"/>
            <a:pathLst>
              <a:path h="1078653" w="1354473">
                <a:moveTo>
                  <a:pt x="0" y="0"/>
                </a:moveTo>
                <a:lnTo>
                  <a:pt x="1354473" y="0"/>
                </a:lnTo>
                <a:lnTo>
                  <a:pt x="1354473" y="1078653"/>
                </a:lnTo>
                <a:lnTo>
                  <a:pt x="0" y="10786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3709" y="5786556"/>
            <a:ext cx="3617531" cy="227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 spc="-11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82125" y="5786556"/>
            <a:ext cx="3617531" cy="227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 spc="-11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8344" y="5786556"/>
            <a:ext cx="3617531" cy="227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 spc="-11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76761" y="5786556"/>
            <a:ext cx="3617531" cy="227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 spc="-11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603990" y="3592207"/>
            <a:ext cx="1036099" cy="1182271"/>
          </a:xfrm>
          <a:custGeom>
            <a:avLst/>
            <a:gdLst/>
            <a:ahLst/>
            <a:cxnLst/>
            <a:rect r="r" b="b" t="t" l="l"/>
            <a:pathLst>
              <a:path h="1182271" w="1036099">
                <a:moveTo>
                  <a:pt x="0" y="0"/>
                </a:moveTo>
                <a:lnTo>
                  <a:pt x="1036099" y="0"/>
                </a:lnTo>
                <a:lnTo>
                  <a:pt x="1036099" y="1182270"/>
                </a:lnTo>
                <a:lnTo>
                  <a:pt x="0" y="11822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0255777" y="2047268"/>
            <a:ext cx="2977512" cy="1044836"/>
          </a:xfrm>
          <a:custGeom>
            <a:avLst/>
            <a:gdLst/>
            <a:ahLst/>
            <a:cxnLst/>
            <a:rect r="r" b="b" t="t" l="l"/>
            <a:pathLst>
              <a:path h="1044836" w="2977512">
                <a:moveTo>
                  <a:pt x="2977512" y="1044836"/>
                </a:moveTo>
                <a:lnTo>
                  <a:pt x="0" y="1044836"/>
                </a:lnTo>
                <a:lnTo>
                  <a:pt x="0" y="0"/>
                </a:lnTo>
                <a:lnTo>
                  <a:pt x="2977512" y="0"/>
                </a:lnTo>
                <a:lnTo>
                  <a:pt x="2977512" y="1044836"/>
                </a:lnTo>
                <a:close/>
              </a:path>
            </a:pathLst>
          </a:custGeom>
          <a:blipFill>
            <a:blip r:embed="rId11">
              <a:alphaModFix amt="6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5248274" y="1937146"/>
            <a:ext cx="9257426" cy="12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52"/>
              </a:lnSpc>
              <a:spcBef>
                <a:spcPct val="0"/>
              </a:spcBef>
            </a:pPr>
            <a:r>
              <a:rPr lang="en-US" sz="11039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Project Objectives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9845" y="5045280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288344" y="5045280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2" y="0"/>
                </a:lnTo>
                <a:lnTo>
                  <a:pt x="3570232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382125" y="5045280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57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52431" y="5045280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57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445245" y="5125542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Objective 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13745" y="5125542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Objective 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07525" y="5125542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Objective 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77831" y="5125542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Objective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50515" y="2337496"/>
            <a:ext cx="3249120" cy="280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00"/>
              </a:lnSpc>
            </a:pPr>
            <a:r>
              <a:rPr lang="en-US" sz="9732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Mind Map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139867" y="932364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99169" y="932364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139867" y="3796710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99169" y="3796710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139867" y="6737198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99169" y="6737198"/>
            <a:ext cx="3570231" cy="669418"/>
          </a:xfrm>
          <a:custGeom>
            <a:avLst/>
            <a:gdLst/>
            <a:ahLst/>
            <a:cxnLst/>
            <a:rect r="r" b="b" t="t" l="l"/>
            <a:pathLst>
              <a:path h="669418" w="3570231">
                <a:moveTo>
                  <a:pt x="0" y="0"/>
                </a:moveTo>
                <a:lnTo>
                  <a:pt x="3570231" y="0"/>
                </a:lnTo>
                <a:lnTo>
                  <a:pt x="3570231" y="669418"/>
                </a:lnTo>
                <a:lnTo>
                  <a:pt x="0" y="669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338476" y="5381427"/>
            <a:ext cx="4948263" cy="2958649"/>
          </a:xfrm>
          <a:custGeom>
            <a:avLst/>
            <a:gdLst/>
            <a:ahLst/>
            <a:cxnLst/>
            <a:rect r="r" b="b" t="t" l="l"/>
            <a:pathLst>
              <a:path h="2958649" w="4948263">
                <a:moveTo>
                  <a:pt x="0" y="0"/>
                </a:moveTo>
                <a:lnTo>
                  <a:pt x="4948264" y="0"/>
                </a:lnTo>
                <a:lnTo>
                  <a:pt x="4948264" y="2958649"/>
                </a:lnTo>
                <a:lnTo>
                  <a:pt x="0" y="2958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99819">
            <a:off x="10829860" y="1491302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1" y="0"/>
                </a:lnTo>
                <a:lnTo>
                  <a:pt x="1596721" y="1085771"/>
                </a:lnTo>
                <a:lnTo>
                  <a:pt x="0" y="1085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67317">
            <a:off x="10829860" y="3796746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1" y="0"/>
                </a:lnTo>
                <a:lnTo>
                  <a:pt x="1596721" y="1085770"/>
                </a:lnTo>
                <a:lnTo>
                  <a:pt x="0" y="1085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332971">
            <a:off x="10922515" y="6863731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2" y="0"/>
                </a:lnTo>
                <a:lnTo>
                  <a:pt x="1596722" y="1085771"/>
                </a:lnTo>
                <a:lnTo>
                  <a:pt x="0" y="1085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675840">
            <a:off x="6060977" y="1487165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2" y="0"/>
                </a:lnTo>
                <a:lnTo>
                  <a:pt x="1596722" y="1085770"/>
                </a:lnTo>
                <a:lnTo>
                  <a:pt x="0" y="1085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560811">
            <a:off x="5840436" y="4359091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1" y="0"/>
                </a:lnTo>
                <a:lnTo>
                  <a:pt x="1596721" y="1085770"/>
                </a:lnTo>
                <a:lnTo>
                  <a:pt x="0" y="1085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987774">
            <a:off x="5636859" y="7032546"/>
            <a:ext cx="1596721" cy="1085771"/>
          </a:xfrm>
          <a:custGeom>
            <a:avLst/>
            <a:gdLst/>
            <a:ahLst/>
            <a:cxnLst/>
            <a:rect r="r" b="b" t="t" l="l"/>
            <a:pathLst>
              <a:path h="1085771" w="1596721">
                <a:moveTo>
                  <a:pt x="0" y="0"/>
                </a:moveTo>
                <a:lnTo>
                  <a:pt x="1596721" y="0"/>
                </a:lnTo>
                <a:lnTo>
                  <a:pt x="1596721" y="1085770"/>
                </a:lnTo>
                <a:lnTo>
                  <a:pt x="0" y="1085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318907" y="1668457"/>
            <a:ext cx="4056177" cy="171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1971" spc="-10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3223" y="1668457"/>
            <a:ext cx="4056177" cy="16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1971" spc="-10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18907" y="4606654"/>
            <a:ext cx="4056177" cy="171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1971" spc="-10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223" y="4606654"/>
            <a:ext cx="4056177" cy="16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1971" spc="-10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18907" y="7546856"/>
            <a:ext cx="4056177" cy="171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1971" spc="-10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3223" y="7546856"/>
            <a:ext cx="4056177" cy="16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1971" spc="-104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65267" y="1012626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</a:t>
            </a:r>
            <a:r>
              <a:rPr lang="en-US" b="true" sz="2785" spc="94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cept 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24569" y="1012626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</a:t>
            </a:r>
            <a:r>
              <a:rPr lang="en-US" b="true" sz="2785" spc="94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pt 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65267" y="3876972"/>
            <a:ext cx="3371696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</a:t>
            </a:r>
            <a:r>
              <a:rPr lang="en-US" b="true" sz="2785" spc="94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oncept 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24569" y="3876972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</a:t>
            </a:r>
            <a:r>
              <a:rPr lang="en-US" b="true" sz="2785" spc="94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ept 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65267" y="6817460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</a:t>
            </a:r>
            <a:r>
              <a:rPr lang="en-US" b="true" sz="2785" spc="94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ept 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24569" y="6817460"/>
            <a:ext cx="2919431" cy="4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785" spc="94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</a:t>
            </a:r>
            <a:r>
              <a:rPr lang="en-US" b="true" sz="2785" spc="94" strike="noStrike" u="none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oncept 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8542" y="348563"/>
            <a:ext cx="5998917" cy="2692014"/>
          </a:xfrm>
          <a:custGeom>
            <a:avLst/>
            <a:gdLst/>
            <a:ahLst/>
            <a:cxnLst/>
            <a:rect r="r" b="b" t="t" l="l"/>
            <a:pathLst>
              <a:path h="2692014" w="5998917">
                <a:moveTo>
                  <a:pt x="0" y="0"/>
                </a:moveTo>
                <a:lnTo>
                  <a:pt x="5998917" y="0"/>
                </a:lnTo>
                <a:lnTo>
                  <a:pt x="5998917" y="2692014"/>
                </a:lnTo>
                <a:lnTo>
                  <a:pt x="0" y="2692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31020" y="3404095"/>
            <a:ext cx="3933701" cy="5938507"/>
            <a:chOff x="0" y="0"/>
            <a:chExt cx="3916711" cy="5912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" y="-282"/>
              <a:ext cx="3911631" cy="5908060"/>
            </a:xfrm>
            <a:custGeom>
              <a:avLst/>
              <a:gdLst/>
              <a:ahLst/>
              <a:cxnLst/>
              <a:rect r="r" b="b" t="t" l="l"/>
              <a:pathLst>
                <a:path h="5908060" w="3911631">
                  <a:moveTo>
                    <a:pt x="3910361" y="5113040"/>
                  </a:moveTo>
                  <a:cubicBezTo>
                    <a:pt x="3909091" y="4947940"/>
                    <a:pt x="3912901" y="4786243"/>
                    <a:pt x="3902741" y="4646126"/>
                  </a:cubicBezTo>
                  <a:cubicBezTo>
                    <a:pt x="3911631" y="4611951"/>
                    <a:pt x="3902741" y="4486643"/>
                    <a:pt x="3911631" y="4431963"/>
                  </a:cubicBezTo>
                  <a:cubicBezTo>
                    <a:pt x="3907821" y="4393231"/>
                    <a:pt x="3909091" y="4354500"/>
                    <a:pt x="3902741" y="4340829"/>
                  </a:cubicBezTo>
                  <a:lnTo>
                    <a:pt x="3902741" y="4303237"/>
                  </a:lnTo>
                  <a:cubicBezTo>
                    <a:pt x="3905281" y="3897694"/>
                    <a:pt x="3906551" y="3505822"/>
                    <a:pt x="3900201" y="3099140"/>
                  </a:cubicBezTo>
                  <a:cubicBezTo>
                    <a:pt x="3900201" y="2985223"/>
                    <a:pt x="3898931" y="2872446"/>
                    <a:pt x="3898931" y="2758529"/>
                  </a:cubicBezTo>
                  <a:cubicBezTo>
                    <a:pt x="3896391" y="2728911"/>
                    <a:pt x="3895121" y="2698153"/>
                    <a:pt x="3893851" y="2666257"/>
                  </a:cubicBezTo>
                  <a:cubicBezTo>
                    <a:pt x="3892581" y="2525000"/>
                    <a:pt x="3895121" y="2389440"/>
                    <a:pt x="3895121" y="2255018"/>
                  </a:cubicBezTo>
                  <a:cubicBezTo>
                    <a:pt x="3897661" y="2143380"/>
                    <a:pt x="3898931" y="2028324"/>
                    <a:pt x="3896391" y="1914408"/>
                  </a:cubicBezTo>
                  <a:cubicBezTo>
                    <a:pt x="3896391" y="1912129"/>
                    <a:pt x="3897661" y="1913269"/>
                    <a:pt x="3897661" y="1914408"/>
                  </a:cubicBezTo>
                  <a:cubicBezTo>
                    <a:pt x="3893851" y="1817579"/>
                    <a:pt x="3891311" y="1677461"/>
                    <a:pt x="3893851" y="1562406"/>
                  </a:cubicBezTo>
                  <a:lnTo>
                    <a:pt x="3888771" y="1496334"/>
                  </a:lnTo>
                  <a:lnTo>
                    <a:pt x="3888771" y="1310650"/>
                  </a:lnTo>
                  <a:cubicBezTo>
                    <a:pt x="3891311" y="1140915"/>
                    <a:pt x="3893851" y="964212"/>
                    <a:pt x="3893851" y="773712"/>
                  </a:cubicBezTo>
                  <a:cubicBezTo>
                    <a:pt x="3893851" y="538762"/>
                    <a:pt x="3893851" y="301272"/>
                    <a:pt x="3895121" y="65052"/>
                  </a:cubicBezTo>
                  <a:lnTo>
                    <a:pt x="3895121" y="7902"/>
                  </a:lnTo>
                  <a:lnTo>
                    <a:pt x="3854481" y="7902"/>
                  </a:lnTo>
                  <a:lnTo>
                    <a:pt x="3854481" y="42192"/>
                  </a:lnTo>
                  <a:lnTo>
                    <a:pt x="3860831" y="42192"/>
                  </a:lnTo>
                  <a:lnTo>
                    <a:pt x="3860831" y="65052"/>
                  </a:lnTo>
                  <a:cubicBezTo>
                    <a:pt x="3860831" y="90452"/>
                    <a:pt x="3862101" y="117122"/>
                    <a:pt x="3862101" y="143792"/>
                  </a:cubicBezTo>
                  <a:cubicBezTo>
                    <a:pt x="3862101" y="181892"/>
                    <a:pt x="3862101" y="221262"/>
                    <a:pt x="3863371" y="260632"/>
                  </a:cubicBezTo>
                  <a:lnTo>
                    <a:pt x="3863371" y="498122"/>
                  </a:lnTo>
                  <a:cubicBezTo>
                    <a:pt x="3863371" y="651792"/>
                    <a:pt x="3864641" y="805462"/>
                    <a:pt x="3869721" y="955322"/>
                  </a:cubicBezTo>
                  <a:lnTo>
                    <a:pt x="3864641" y="945162"/>
                  </a:lnTo>
                  <a:cubicBezTo>
                    <a:pt x="3867181" y="983262"/>
                    <a:pt x="3867181" y="1023902"/>
                    <a:pt x="3868451" y="1061173"/>
                  </a:cubicBezTo>
                  <a:cubicBezTo>
                    <a:pt x="3868451" y="1081678"/>
                    <a:pt x="3869721" y="1102183"/>
                    <a:pt x="3869721" y="1123827"/>
                  </a:cubicBezTo>
                  <a:cubicBezTo>
                    <a:pt x="3870991" y="1253692"/>
                    <a:pt x="3865911" y="1389253"/>
                    <a:pt x="3869721" y="1519117"/>
                  </a:cubicBezTo>
                  <a:lnTo>
                    <a:pt x="3867181" y="1506587"/>
                  </a:lnTo>
                  <a:cubicBezTo>
                    <a:pt x="3865911" y="1689992"/>
                    <a:pt x="3867181" y="1867702"/>
                    <a:pt x="3868451" y="2043133"/>
                  </a:cubicBezTo>
                  <a:cubicBezTo>
                    <a:pt x="3868451" y="2126293"/>
                    <a:pt x="3867181" y="2209452"/>
                    <a:pt x="3868451" y="2292610"/>
                  </a:cubicBezTo>
                  <a:cubicBezTo>
                    <a:pt x="3867181" y="2476016"/>
                    <a:pt x="3870991" y="2599046"/>
                    <a:pt x="3870991" y="2783591"/>
                  </a:cubicBezTo>
                  <a:lnTo>
                    <a:pt x="3865911" y="2788147"/>
                  </a:lnTo>
                  <a:cubicBezTo>
                    <a:pt x="3883691" y="3098000"/>
                    <a:pt x="3850671" y="3438611"/>
                    <a:pt x="3869721" y="3760994"/>
                  </a:cubicBezTo>
                  <a:lnTo>
                    <a:pt x="3863371" y="3738211"/>
                  </a:lnTo>
                  <a:cubicBezTo>
                    <a:pt x="3873531" y="3788335"/>
                    <a:pt x="3859561" y="3933008"/>
                    <a:pt x="3876071" y="3914782"/>
                  </a:cubicBezTo>
                  <a:lnTo>
                    <a:pt x="3870991" y="3971740"/>
                  </a:lnTo>
                  <a:cubicBezTo>
                    <a:pt x="3892581" y="4190460"/>
                    <a:pt x="3860831" y="4370448"/>
                    <a:pt x="3874801" y="4639291"/>
                  </a:cubicBezTo>
                  <a:lnTo>
                    <a:pt x="3870991" y="4622203"/>
                  </a:lnTo>
                  <a:cubicBezTo>
                    <a:pt x="3873531" y="4693971"/>
                    <a:pt x="3876071" y="4777130"/>
                    <a:pt x="3872261" y="4829531"/>
                  </a:cubicBezTo>
                  <a:cubicBezTo>
                    <a:pt x="3872261" y="4821557"/>
                    <a:pt x="3870991" y="4824975"/>
                    <a:pt x="3869721" y="4807887"/>
                  </a:cubicBezTo>
                  <a:cubicBezTo>
                    <a:pt x="3854481" y="5048270"/>
                    <a:pt x="3870991" y="5326401"/>
                    <a:pt x="3870991" y="5590561"/>
                  </a:cubicBezTo>
                  <a:lnTo>
                    <a:pt x="3863371" y="5560081"/>
                  </a:lnTo>
                  <a:cubicBezTo>
                    <a:pt x="3865911" y="5598181"/>
                    <a:pt x="3867181" y="5647711"/>
                    <a:pt x="3867181" y="5701051"/>
                  </a:cubicBezTo>
                  <a:lnTo>
                    <a:pt x="3867181" y="5862340"/>
                  </a:lnTo>
                  <a:cubicBezTo>
                    <a:pt x="3863371" y="5862340"/>
                    <a:pt x="3860831" y="5861070"/>
                    <a:pt x="3855751" y="5861070"/>
                  </a:cubicBezTo>
                  <a:lnTo>
                    <a:pt x="3853211" y="5862340"/>
                  </a:lnTo>
                  <a:lnTo>
                    <a:pt x="3841781" y="5867420"/>
                  </a:lnTo>
                  <a:lnTo>
                    <a:pt x="3834161" y="5867420"/>
                  </a:lnTo>
                  <a:cubicBezTo>
                    <a:pt x="3813841" y="5862340"/>
                    <a:pt x="3817651" y="5864881"/>
                    <a:pt x="3808761" y="5859801"/>
                  </a:cubicBezTo>
                  <a:cubicBezTo>
                    <a:pt x="3704621" y="5858531"/>
                    <a:pt x="3690651" y="5848370"/>
                    <a:pt x="3616991" y="5843290"/>
                  </a:cubicBezTo>
                  <a:cubicBezTo>
                    <a:pt x="3616991" y="5843290"/>
                    <a:pt x="3618261" y="5843290"/>
                    <a:pt x="3616991" y="5844561"/>
                  </a:cubicBezTo>
                  <a:cubicBezTo>
                    <a:pt x="3566191" y="5853451"/>
                    <a:pt x="3496341" y="5848370"/>
                    <a:pt x="3455701" y="5847101"/>
                  </a:cubicBezTo>
                  <a:lnTo>
                    <a:pt x="3439191" y="5843290"/>
                  </a:lnTo>
                  <a:cubicBezTo>
                    <a:pt x="3415061" y="5834401"/>
                    <a:pt x="3321081" y="5859801"/>
                    <a:pt x="3352831" y="5845831"/>
                  </a:cubicBezTo>
                  <a:cubicBezTo>
                    <a:pt x="3142011" y="5849640"/>
                    <a:pt x="2900711" y="5849640"/>
                    <a:pt x="2791018" y="5849640"/>
                  </a:cubicBezTo>
                  <a:cubicBezTo>
                    <a:pt x="2776715" y="5855990"/>
                    <a:pt x="2712905" y="5849640"/>
                    <a:pt x="2735458" y="5859801"/>
                  </a:cubicBezTo>
                  <a:cubicBezTo>
                    <a:pt x="2710154" y="5847101"/>
                    <a:pt x="2634242" y="5844561"/>
                    <a:pt x="2606187" y="5844561"/>
                  </a:cubicBezTo>
                  <a:cubicBezTo>
                    <a:pt x="2607287" y="5843290"/>
                    <a:pt x="2608387" y="5842020"/>
                    <a:pt x="2612788" y="5842020"/>
                  </a:cubicBezTo>
                  <a:cubicBezTo>
                    <a:pt x="2558329" y="5825511"/>
                    <a:pt x="2547877" y="5857261"/>
                    <a:pt x="2496719" y="5836940"/>
                  </a:cubicBezTo>
                  <a:cubicBezTo>
                    <a:pt x="2488467" y="5850911"/>
                    <a:pt x="2403753" y="5833131"/>
                    <a:pt x="2374598" y="5848370"/>
                  </a:cubicBezTo>
                  <a:cubicBezTo>
                    <a:pt x="2368547" y="5845831"/>
                    <a:pt x="2366347" y="5842020"/>
                    <a:pt x="2368547" y="5840751"/>
                  </a:cubicBezTo>
                  <a:cubicBezTo>
                    <a:pt x="2276132" y="5838211"/>
                    <a:pt x="2174365" y="5836940"/>
                    <a:pt x="2096802" y="5834401"/>
                  </a:cubicBezTo>
                  <a:cubicBezTo>
                    <a:pt x="2030241" y="5847101"/>
                    <a:pt x="1935625" y="5829320"/>
                    <a:pt x="1877865" y="5845831"/>
                  </a:cubicBezTo>
                  <a:cubicBezTo>
                    <a:pt x="1830557" y="5842020"/>
                    <a:pt x="1753544" y="5835670"/>
                    <a:pt x="1687533" y="5842020"/>
                  </a:cubicBezTo>
                  <a:lnTo>
                    <a:pt x="1694134" y="5839481"/>
                  </a:lnTo>
                  <a:cubicBezTo>
                    <a:pt x="1619322" y="5840751"/>
                    <a:pt x="1525806" y="5840751"/>
                    <a:pt x="1474648" y="5852181"/>
                  </a:cubicBezTo>
                  <a:cubicBezTo>
                    <a:pt x="1452644" y="5835670"/>
                    <a:pt x="1420189" y="5839481"/>
                    <a:pt x="1387733" y="5834401"/>
                  </a:cubicBezTo>
                  <a:cubicBezTo>
                    <a:pt x="1337675" y="5842020"/>
                    <a:pt x="1237008" y="5839481"/>
                    <a:pt x="1160545" y="5847101"/>
                  </a:cubicBezTo>
                  <a:cubicBezTo>
                    <a:pt x="1148993" y="5839481"/>
                    <a:pt x="1097835" y="5850911"/>
                    <a:pt x="1093984" y="5839481"/>
                  </a:cubicBezTo>
                  <a:cubicBezTo>
                    <a:pt x="1004570" y="5847101"/>
                    <a:pt x="814070" y="5850911"/>
                    <a:pt x="617220" y="5852181"/>
                  </a:cubicBezTo>
                  <a:lnTo>
                    <a:pt x="318770" y="5852181"/>
                  </a:lnTo>
                  <a:lnTo>
                    <a:pt x="168910" y="5850911"/>
                  </a:lnTo>
                  <a:lnTo>
                    <a:pt x="93980" y="5849640"/>
                  </a:lnTo>
                  <a:lnTo>
                    <a:pt x="58420" y="5849640"/>
                  </a:lnTo>
                  <a:lnTo>
                    <a:pt x="45720" y="5848370"/>
                  </a:lnTo>
                  <a:lnTo>
                    <a:pt x="48260" y="5848370"/>
                  </a:lnTo>
                  <a:cubicBezTo>
                    <a:pt x="52070" y="5706131"/>
                    <a:pt x="55880" y="5566431"/>
                    <a:pt x="58420" y="5431811"/>
                  </a:cubicBezTo>
                  <a:cubicBezTo>
                    <a:pt x="55880" y="5407681"/>
                    <a:pt x="53340" y="5383551"/>
                    <a:pt x="49530" y="5358151"/>
                  </a:cubicBezTo>
                  <a:cubicBezTo>
                    <a:pt x="46990" y="5193051"/>
                    <a:pt x="45720" y="5010170"/>
                    <a:pt x="45720" y="4832949"/>
                  </a:cubicBezTo>
                  <a:cubicBezTo>
                    <a:pt x="46990" y="4795357"/>
                    <a:pt x="48260" y="4756625"/>
                    <a:pt x="45720" y="4716754"/>
                  </a:cubicBezTo>
                  <a:lnTo>
                    <a:pt x="45720" y="4691693"/>
                  </a:lnTo>
                  <a:lnTo>
                    <a:pt x="48260" y="4685997"/>
                  </a:lnTo>
                  <a:lnTo>
                    <a:pt x="49530" y="4624482"/>
                  </a:lnTo>
                  <a:cubicBezTo>
                    <a:pt x="50800" y="4625621"/>
                    <a:pt x="53340" y="4625621"/>
                    <a:pt x="54610" y="4630178"/>
                  </a:cubicBezTo>
                  <a:lnTo>
                    <a:pt x="54610" y="4642709"/>
                  </a:lnTo>
                  <a:lnTo>
                    <a:pt x="54610" y="4631317"/>
                  </a:lnTo>
                  <a:cubicBezTo>
                    <a:pt x="55880" y="4634734"/>
                    <a:pt x="57150" y="4639291"/>
                    <a:pt x="57150" y="4646126"/>
                  </a:cubicBezTo>
                  <a:lnTo>
                    <a:pt x="57150" y="4324881"/>
                  </a:lnTo>
                  <a:cubicBezTo>
                    <a:pt x="58420" y="4327160"/>
                    <a:pt x="59690" y="4329438"/>
                    <a:pt x="58420" y="4337412"/>
                  </a:cubicBezTo>
                  <a:cubicBezTo>
                    <a:pt x="69850" y="4255392"/>
                    <a:pt x="57150" y="4221217"/>
                    <a:pt x="57150" y="4168816"/>
                  </a:cubicBezTo>
                  <a:lnTo>
                    <a:pt x="57150" y="4158563"/>
                  </a:lnTo>
                  <a:cubicBezTo>
                    <a:pt x="57150" y="4140337"/>
                    <a:pt x="59690" y="4120971"/>
                    <a:pt x="63500" y="4095909"/>
                  </a:cubicBezTo>
                  <a:cubicBezTo>
                    <a:pt x="50800" y="4081100"/>
                    <a:pt x="64770" y="3928452"/>
                    <a:pt x="54610" y="3857823"/>
                  </a:cubicBezTo>
                  <a:lnTo>
                    <a:pt x="54610" y="3832762"/>
                  </a:lnTo>
                  <a:cubicBezTo>
                    <a:pt x="57150" y="3828205"/>
                    <a:pt x="58420" y="3825927"/>
                    <a:pt x="59690" y="3829344"/>
                  </a:cubicBezTo>
                  <a:cubicBezTo>
                    <a:pt x="62230" y="3637965"/>
                    <a:pt x="63500" y="3426080"/>
                    <a:pt x="66040" y="3263179"/>
                  </a:cubicBezTo>
                  <a:cubicBezTo>
                    <a:pt x="53340" y="3124201"/>
                    <a:pt x="71120" y="2927125"/>
                    <a:pt x="54610" y="2808652"/>
                  </a:cubicBezTo>
                  <a:cubicBezTo>
                    <a:pt x="58420" y="2709545"/>
                    <a:pt x="64770" y="2550062"/>
                    <a:pt x="58420" y="2412223"/>
                  </a:cubicBezTo>
                  <a:lnTo>
                    <a:pt x="60960" y="2425893"/>
                  </a:lnTo>
                  <a:cubicBezTo>
                    <a:pt x="59690" y="2269827"/>
                    <a:pt x="59690" y="2076169"/>
                    <a:pt x="48260" y="1969088"/>
                  </a:cubicBezTo>
                  <a:cubicBezTo>
                    <a:pt x="64770" y="1923521"/>
                    <a:pt x="60960" y="1856310"/>
                    <a:pt x="66040" y="1789100"/>
                  </a:cubicBezTo>
                  <a:cubicBezTo>
                    <a:pt x="58420" y="1685435"/>
                    <a:pt x="60960" y="1475829"/>
                    <a:pt x="53340" y="1317485"/>
                  </a:cubicBezTo>
                  <a:cubicBezTo>
                    <a:pt x="60960" y="1293563"/>
                    <a:pt x="50800" y="1186481"/>
                    <a:pt x="60960" y="1178507"/>
                  </a:cubicBezTo>
                  <a:cubicBezTo>
                    <a:pt x="53340" y="1018822"/>
                    <a:pt x="49530" y="827052"/>
                    <a:pt x="48260" y="628932"/>
                  </a:cubicBezTo>
                  <a:lnTo>
                    <a:pt x="48260" y="329212"/>
                  </a:lnTo>
                  <a:lnTo>
                    <a:pt x="49530" y="179352"/>
                  </a:lnTo>
                  <a:lnTo>
                    <a:pt x="50800" y="104422"/>
                  </a:lnTo>
                  <a:lnTo>
                    <a:pt x="50800" y="68862"/>
                  </a:lnTo>
                  <a:lnTo>
                    <a:pt x="52070" y="56162"/>
                  </a:lnTo>
                  <a:lnTo>
                    <a:pt x="64770" y="56162"/>
                  </a:lnTo>
                  <a:cubicBezTo>
                    <a:pt x="210820" y="59972"/>
                    <a:pt x="354330" y="63782"/>
                    <a:pt x="492760" y="67592"/>
                  </a:cubicBezTo>
                  <a:cubicBezTo>
                    <a:pt x="558800" y="61242"/>
                    <a:pt x="633730" y="48542"/>
                    <a:pt x="701040" y="40922"/>
                  </a:cubicBezTo>
                  <a:cubicBezTo>
                    <a:pt x="707390" y="42192"/>
                    <a:pt x="707390" y="43462"/>
                    <a:pt x="692150" y="43462"/>
                  </a:cubicBezTo>
                  <a:cubicBezTo>
                    <a:pt x="788670" y="40922"/>
                    <a:pt x="877570" y="52352"/>
                    <a:pt x="974090" y="49812"/>
                  </a:cubicBezTo>
                  <a:cubicBezTo>
                    <a:pt x="972820" y="51082"/>
                    <a:pt x="972820" y="51082"/>
                    <a:pt x="957580" y="53622"/>
                  </a:cubicBezTo>
                  <a:cubicBezTo>
                    <a:pt x="1036224" y="48542"/>
                    <a:pt x="1077481" y="62512"/>
                    <a:pt x="1123689" y="53622"/>
                  </a:cubicBezTo>
                  <a:lnTo>
                    <a:pt x="1126439" y="56162"/>
                  </a:lnTo>
                  <a:lnTo>
                    <a:pt x="1155594" y="52352"/>
                  </a:lnTo>
                  <a:cubicBezTo>
                    <a:pt x="1155044" y="54892"/>
                    <a:pt x="1153944" y="59972"/>
                    <a:pt x="1145142" y="59972"/>
                  </a:cubicBezTo>
                  <a:cubicBezTo>
                    <a:pt x="1500502" y="63782"/>
                    <a:pt x="1866863" y="46002"/>
                    <a:pt x="2231574" y="48542"/>
                  </a:cubicBezTo>
                  <a:lnTo>
                    <a:pt x="2217822" y="52352"/>
                  </a:lnTo>
                  <a:lnTo>
                    <a:pt x="2288784" y="46002"/>
                  </a:lnTo>
                  <a:cubicBezTo>
                    <a:pt x="2288234" y="47272"/>
                    <a:pt x="2284933" y="48542"/>
                    <a:pt x="2281633" y="49812"/>
                  </a:cubicBezTo>
                  <a:cubicBezTo>
                    <a:pt x="2372398" y="56162"/>
                    <a:pt x="2466463" y="46002"/>
                    <a:pt x="2554478" y="47272"/>
                  </a:cubicBezTo>
                  <a:cubicBezTo>
                    <a:pt x="2553928" y="48542"/>
                    <a:pt x="2540726" y="52352"/>
                    <a:pt x="2552828" y="54892"/>
                  </a:cubicBezTo>
                  <a:cubicBezTo>
                    <a:pt x="2618289" y="44732"/>
                    <a:pt x="2657895" y="67592"/>
                    <a:pt x="2690351" y="47272"/>
                  </a:cubicBezTo>
                  <a:cubicBezTo>
                    <a:pt x="2693651" y="48542"/>
                    <a:pt x="2695302" y="52352"/>
                    <a:pt x="2688701" y="54892"/>
                  </a:cubicBezTo>
                  <a:cubicBezTo>
                    <a:pt x="2870781" y="48542"/>
                    <a:pt x="3280441" y="48542"/>
                    <a:pt x="3703351" y="52352"/>
                  </a:cubicBezTo>
                  <a:cubicBezTo>
                    <a:pt x="3751611" y="49812"/>
                    <a:pt x="3802411" y="48542"/>
                    <a:pt x="3853211" y="46002"/>
                  </a:cubicBezTo>
                  <a:lnTo>
                    <a:pt x="3853211" y="10442"/>
                  </a:lnTo>
                  <a:cubicBezTo>
                    <a:pt x="3575081" y="9172"/>
                    <a:pt x="3295681" y="9172"/>
                    <a:pt x="3016281" y="7902"/>
                  </a:cubicBezTo>
                  <a:cubicBezTo>
                    <a:pt x="2557229" y="2822"/>
                    <a:pt x="2219472" y="-9878"/>
                    <a:pt x="1843759" y="14252"/>
                  </a:cubicBezTo>
                  <a:cubicBezTo>
                    <a:pt x="1844310" y="12982"/>
                    <a:pt x="1841009" y="11712"/>
                    <a:pt x="1850911" y="10442"/>
                  </a:cubicBezTo>
                  <a:cubicBezTo>
                    <a:pt x="1742543" y="14252"/>
                    <a:pt x="1644076" y="7902"/>
                    <a:pt x="1541759" y="11712"/>
                  </a:cubicBezTo>
                  <a:lnTo>
                    <a:pt x="1542309" y="10442"/>
                  </a:lnTo>
                  <a:cubicBezTo>
                    <a:pt x="1290367" y="24412"/>
                    <a:pt x="1002030" y="7902"/>
                    <a:pt x="438150" y="23142"/>
                  </a:cubicBezTo>
                  <a:lnTo>
                    <a:pt x="19050" y="23142"/>
                  </a:lnTo>
                  <a:lnTo>
                    <a:pt x="19050" y="68862"/>
                  </a:lnTo>
                  <a:cubicBezTo>
                    <a:pt x="19050" y="203482"/>
                    <a:pt x="20320" y="340642"/>
                    <a:pt x="20320" y="479072"/>
                  </a:cubicBezTo>
                  <a:cubicBezTo>
                    <a:pt x="7620" y="941352"/>
                    <a:pt x="11430" y="1359634"/>
                    <a:pt x="20320" y="1772012"/>
                  </a:cubicBezTo>
                  <a:cubicBezTo>
                    <a:pt x="26670" y="2281219"/>
                    <a:pt x="8890" y="2774477"/>
                    <a:pt x="13970" y="3282545"/>
                  </a:cubicBezTo>
                  <a:cubicBezTo>
                    <a:pt x="7620" y="3671001"/>
                    <a:pt x="21590" y="4074265"/>
                    <a:pt x="25400" y="4474112"/>
                  </a:cubicBezTo>
                  <a:cubicBezTo>
                    <a:pt x="20320" y="4623342"/>
                    <a:pt x="13970" y="4777130"/>
                    <a:pt x="15240" y="4936511"/>
                  </a:cubicBezTo>
                  <a:lnTo>
                    <a:pt x="19050" y="4923811"/>
                  </a:lnTo>
                  <a:cubicBezTo>
                    <a:pt x="13970" y="4973340"/>
                    <a:pt x="15240" y="5027951"/>
                    <a:pt x="19050" y="5080020"/>
                  </a:cubicBezTo>
                  <a:cubicBezTo>
                    <a:pt x="17780" y="5140981"/>
                    <a:pt x="17780" y="5203211"/>
                    <a:pt x="19050" y="5265440"/>
                  </a:cubicBezTo>
                  <a:cubicBezTo>
                    <a:pt x="19050" y="5266711"/>
                    <a:pt x="19050" y="5269251"/>
                    <a:pt x="17780" y="5270520"/>
                  </a:cubicBezTo>
                  <a:lnTo>
                    <a:pt x="16510" y="5257820"/>
                  </a:lnTo>
                  <a:cubicBezTo>
                    <a:pt x="12700" y="5281951"/>
                    <a:pt x="15240" y="5309890"/>
                    <a:pt x="19050" y="5337831"/>
                  </a:cubicBezTo>
                  <a:cubicBezTo>
                    <a:pt x="19050" y="5361961"/>
                    <a:pt x="20320" y="5384821"/>
                    <a:pt x="20320" y="5408951"/>
                  </a:cubicBezTo>
                  <a:lnTo>
                    <a:pt x="24130" y="5604531"/>
                  </a:lnTo>
                  <a:cubicBezTo>
                    <a:pt x="21590" y="5654061"/>
                    <a:pt x="34290" y="5777251"/>
                    <a:pt x="15240" y="5781061"/>
                  </a:cubicBezTo>
                  <a:cubicBezTo>
                    <a:pt x="15240" y="5737881"/>
                    <a:pt x="6350" y="5848370"/>
                    <a:pt x="1270" y="5751851"/>
                  </a:cubicBezTo>
                  <a:cubicBezTo>
                    <a:pt x="0" y="5763281"/>
                    <a:pt x="0" y="5791220"/>
                    <a:pt x="0" y="5820431"/>
                  </a:cubicBezTo>
                  <a:cubicBezTo>
                    <a:pt x="0" y="5829320"/>
                    <a:pt x="1270" y="5838211"/>
                    <a:pt x="1270" y="5845831"/>
                  </a:cubicBezTo>
                  <a:cubicBezTo>
                    <a:pt x="2540" y="5863611"/>
                    <a:pt x="5080" y="5876311"/>
                    <a:pt x="7620" y="5872501"/>
                  </a:cubicBezTo>
                  <a:cubicBezTo>
                    <a:pt x="17780" y="5882661"/>
                    <a:pt x="25400" y="5927111"/>
                    <a:pt x="33020" y="5866151"/>
                  </a:cubicBezTo>
                  <a:lnTo>
                    <a:pt x="60960" y="5866151"/>
                  </a:lnTo>
                  <a:cubicBezTo>
                    <a:pt x="91440" y="5866151"/>
                    <a:pt x="121920" y="5866151"/>
                    <a:pt x="152400" y="5867420"/>
                  </a:cubicBezTo>
                  <a:cubicBezTo>
                    <a:pt x="194310" y="5868690"/>
                    <a:pt x="234950" y="5869961"/>
                    <a:pt x="273050" y="5871231"/>
                  </a:cubicBezTo>
                  <a:cubicBezTo>
                    <a:pt x="991870" y="5897901"/>
                    <a:pt x="1313471" y="5881390"/>
                    <a:pt x="1624823" y="5864881"/>
                  </a:cubicBezTo>
                  <a:cubicBezTo>
                    <a:pt x="1888867" y="5873770"/>
                    <a:pt x="2152911" y="5853451"/>
                    <a:pt x="2409804" y="5866151"/>
                  </a:cubicBezTo>
                  <a:cubicBezTo>
                    <a:pt x="2267880" y="5868690"/>
                    <a:pt x="2127607" y="5873770"/>
                    <a:pt x="1981282" y="5877581"/>
                  </a:cubicBezTo>
                  <a:cubicBezTo>
                    <a:pt x="1984583" y="5876311"/>
                    <a:pt x="1986233" y="5875040"/>
                    <a:pt x="1989534" y="5873770"/>
                  </a:cubicBezTo>
                  <a:cubicBezTo>
                    <a:pt x="1978532" y="5876311"/>
                    <a:pt x="1966430" y="5880120"/>
                    <a:pt x="1953778" y="5878851"/>
                  </a:cubicBezTo>
                  <a:cubicBezTo>
                    <a:pt x="1950477" y="5877581"/>
                    <a:pt x="1957078" y="5876311"/>
                    <a:pt x="1961479" y="5875040"/>
                  </a:cubicBezTo>
                  <a:cubicBezTo>
                    <a:pt x="1913071" y="5864881"/>
                    <a:pt x="1820105" y="5881390"/>
                    <a:pt x="1789850" y="5873770"/>
                  </a:cubicBezTo>
                  <a:cubicBezTo>
                    <a:pt x="1776098" y="5875040"/>
                    <a:pt x="1770047" y="5878851"/>
                    <a:pt x="1777748" y="5882661"/>
                  </a:cubicBezTo>
                  <a:cubicBezTo>
                    <a:pt x="1599519" y="5885201"/>
                    <a:pt x="1408637" y="5887740"/>
                    <a:pt x="1226556" y="5895361"/>
                  </a:cubicBezTo>
                  <a:cubicBezTo>
                    <a:pt x="1217755" y="5894090"/>
                    <a:pt x="1216104" y="5891551"/>
                    <a:pt x="1218855" y="5887740"/>
                  </a:cubicBezTo>
                  <a:cubicBezTo>
                    <a:pt x="1063729" y="5904251"/>
                    <a:pt x="735330" y="5897901"/>
                    <a:pt x="368300" y="5895361"/>
                  </a:cubicBezTo>
                  <a:cubicBezTo>
                    <a:pt x="354330" y="5899170"/>
                    <a:pt x="405130" y="5900440"/>
                    <a:pt x="369570" y="5904251"/>
                  </a:cubicBezTo>
                  <a:cubicBezTo>
                    <a:pt x="487680" y="5909331"/>
                    <a:pt x="585470" y="5894090"/>
                    <a:pt x="692150" y="5901711"/>
                  </a:cubicBezTo>
                  <a:lnTo>
                    <a:pt x="678180" y="5905520"/>
                  </a:lnTo>
                  <a:cubicBezTo>
                    <a:pt x="755650" y="5908061"/>
                    <a:pt x="693420" y="5895361"/>
                    <a:pt x="774700" y="5900440"/>
                  </a:cubicBezTo>
                  <a:cubicBezTo>
                    <a:pt x="806450" y="5904251"/>
                    <a:pt x="767080" y="5905520"/>
                    <a:pt x="781050" y="5906790"/>
                  </a:cubicBezTo>
                  <a:cubicBezTo>
                    <a:pt x="946150" y="5905520"/>
                    <a:pt x="1067030" y="5909331"/>
                    <a:pt x="1134691" y="5899170"/>
                  </a:cubicBezTo>
                  <a:cubicBezTo>
                    <a:pt x="1151194" y="5908061"/>
                    <a:pt x="1211704" y="5899170"/>
                    <a:pt x="1238108" y="5908061"/>
                  </a:cubicBezTo>
                  <a:cubicBezTo>
                    <a:pt x="1256811" y="5904251"/>
                    <a:pt x="1274964" y="5905520"/>
                    <a:pt x="1282115" y="5899170"/>
                  </a:cubicBezTo>
                  <a:cubicBezTo>
                    <a:pt x="1532957" y="5904251"/>
                    <a:pt x="1789300" y="5895361"/>
                    <a:pt x="2046193" y="5895361"/>
                  </a:cubicBezTo>
                  <a:cubicBezTo>
                    <a:pt x="2166663" y="5877581"/>
                    <a:pt x="2310237" y="5899170"/>
                    <a:pt x="2453261" y="5892820"/>
                  </a:cubicBezTo>
                  <a:cubicBezTo>
                    <a:pt x="2454362" y="5892820"/>
                    <a:pt x="2453812" y="5894090"/>
                    <a:pt x="2453261" y="5894090"/>
                  </a:cubicBezTo>
                  <a:cubicBezTo>
                    <a:pt x="2500019" y="5890281"/>
                    <a:pt x="2567680" y="5887740"/>
                    <a:pt x="2623240" y="5890281"/>
                  </a:cubicBezTo>
                  <a:lnTo>
                    <a:pt x="2670548" y="5882661"/>
                  </a:lnTo>
                  <a:cubicBezTo>
                    <a:pt x="2776715" y="5887740"/>
                    <a:pt x="2883983" y="5890281"/>
                    <a:pt x="3128041" y="5890281"/>
                  </a:cubicBezTo>
                  <a:lnTo>
                    <a:pt x="3766851" y="5890281"/>
                  </a:lnTo>
                  <a:cubicBezTo>
                    <a:pt x="3763041" y="5891551"/>
                    <a:pt x="3751611" y="5892820"/>
                    <a:pt x="3727481" y="5894090"/>
                  </a:cubicBezTo>
                  <a:cubicBezTo>
                    <a:pt x="3746531" y="5895361"/>
                    <a:pt x="3818921" y="5895361"/>
                    <a:pt x="3854481" y="5891551"/>
                  </a:cubicBezTo>
                  <a:cubicBezTo>
                    <a:pt x="3859561" y="5891551"/>
                    <a:pt x="3864641" y="5890281"/>
                    <a:pt x="3868451" y="5890281"/>
                  </a:cubicBezTo>
                  <a:lnTo>
                    <a:pt x="3893851" y="5890281"/>
                  </a:lnTo>
                  <a:lnTo>
                    <a:pt x="3893851" y="5875040"/>
                  </a:lnTo>
                  <a:cubicBezTo>
                    <a:pt x="3901471" y="5871231"/>
                    <a:pt x="3887501" y="5872501"/>
                    <a:pt x="3893851" y="5864881"/>
                  </a:cubicBezTo>
                  <a:lnTo>
                    <a:pt x="3893851" y="5558811"/>
                  </a:lnTo>
                  <a:cubicBezTo>
                    <a:pt x="3898931" y="5577861"/>
                    <a:pt x="3891311" y="5641361"/>
                    <a:pt x="3900201" y="5632470"/>
                  </a:cubicBezTo>
                  <a:cubicBezTo>
                    <a:pt x="3904011" y="5588020"/>
                    <a:pt x="3897661" y="5568970"/>
                    <a:pt x="3893851" y="5558811"/>
                  </a:cubicBezTo>
                  <a:cubicBezTo>
                    <a:pt x="3893851" y="5377201"/>
                    <a:pt x="3895121" y="5194320"/>
                    <a:pt x="3895121" y="5012711"/>
                  </a:cubicBezTo>
                  <a:cubicBezTo>
                    <a:pt x="3896391" y="4897140"/>
                    <a:pt x="3896391" y="4793078"/>
                    <a:pt x="3897661" y="4691693"/>
                  </a:cubicBezTo>
                  <a:cubicBezTo>
                    <a:pt x="3904011" y="4951751"/>
                    <a:pt x="3898931" y="5240040"/>
                    <a:pt x="3897661" y="5523251"/>
                  </a:cubicBezTo>
                  <a:cubicBezTo>
                    <a:pt x="3901471" y="5537220"/>
                    <a:pt x="3902741" y="5486420"/>
                    <a:pt x="3906551" y="5521981"/>
                  </a:cubicBezTo>
                  <a:cubicBezTo>
                    <a:pt x="3911631" y="5403870"/>
                    <a:pt x="3896391" y="5306081"/>
                    <a:pt x="3904011" y="5199401"/>
                  </a:cubicBezTo>
                  <a:lnTo>
                    <a:pt x="3907821" y="5213370"/>
                  </a:lnTo>
                  <a:cubicBezTo>
                    <a:pt x="3910361" y="5135901"/>
                    <a:pt x="3897661" y="5198131"/>
                    <a:pt x="3902741" y="5116851"/>
                  </a:cubicBezTo>
                  <a:cubicBezTo>
                    <a:pt x="3907821" y="5087640"/>
                    <a:pt x="3909091" y="5128281"/>
                    <a:pt x="3910361" y="5113040"/>
                  </a:cubicBezTo>
                  <a:close/>
                  <a:moveTo>
                    <a:pt x="3437921" y="5863611"/>
                  </a:moveTo>
                  <a:lnTo>
                    <a:pt x="3465861" y="5863611"/>
                  </a:lnTo>
                  <a:cubicBezTo>
                    <a:pt x="3459511" y="5862340"/>
                    <a:pt x="3450621" y="5862340"/>
                    <a:pt x="3437921" y="58636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60196" y="3404095"/>
            <a:ext cx="3933701" cy="5938507"/>
            <a:chOff x="0" y="0"/>
            <a:chExt cx="3916711" cy="5912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" y="-282"/>
              <a:ext cx="3911631" cy="5908060"/>
            </a:xfrm>
            <a:custGeom>
              <a:avLst/>
              <a:gdLst/>
              <a:ahLst/>
              <a:cxnLst/>
              <a:rect r="r" b="b" t="t" l="l"/>
              <a:pathLst>
                <a:path h="5908060" w="3911631">
                  <a:moveTo>
                    <a:pt x="3910361" y="5113040"/>
                  </a:moveTo>
                  <a:cubicBezTo>
                    <a:pt x="3909091" y="4947940"/>
                    <a:pt x="3912901" y="4786243"/>
                    <a:pt x="3902741" y="4646126"/>
                  </a:cubicBezTo>
                  <a:cubicBezTo>
                    <a:pt x="3911631" y="4611951"/>
                    <a:pt x="3902741" y="4486643"/>
                    <a:pt x="3911631" y="4431963"/>
                  </a:cubicBezTo>
                  <a:cubicBezTo>
                    <a:pt x="3907821" y="4393231"/>
                    <a:pt x="3909091" y="4354500"/>
                    <a:pt x="3902741" y="4340829"/>
                  </a:cubicBezTo>
                  <a:lnTo>
                    <a:pt x="3902741" y="4303237"/>
                  </a:lnTo>
                  <a:cubicBezTo>
                    <a:pt x="3905281" y="3897694"/>
                    <a:pt x="3906551" y="3505822"/>
                    <a:pt x="3900201" y="3099140"/>
                  </a:cubicBezTo>
                  <a:cubicBezTo>
                    <a:pt x="3900201" y="2985223"/>
                    <a:pt x="3898931" y="2872446"/>
                    <a:pt x="3898931" y="2758529"/>
                  </a:cubicBezTo>
                  <a:cubicBezTo>
                    <a:pt x="3896391" y="2728911"/>
                    <a:pt x="3895121" y="2698153"/>
                    <a:pt x="3893851" y="2666257"/>
                  </a:cubicBezTo>
                  <a:cubicBezTo>
                    <a:pt x="3892581" y="2525000"/>
                    <a:pt x="3895121" y="2389440"/>
                    <a:pt x="3895121" y="2255018"/>
                  </a:cubicBezTo>
                  <a:cubicBezTo>
                    <a:pt x="3897661" y="2143380"/>
                    <a:pt x="3898931" y="2028324"/>
                    <a:pt x="3896391" y="1914408"/>
                  </a:cubicBezTo>
                  <a:cubicBezTo>
                    <a:pt x="3896391" y="1912129"/>
                    <a:pt x="3897661" y="1913269"/>
                    <a:pt x="3897661" y="1914408"/>
                  </a:cubicBezTo>
                  <a:cubicBezTo>
                    <a:pt x="3893851" y="1817579"/>
                    <a:pt x="3891311" y="1677461"/>
                    <a:pt x="3893851" y="1562406"/>
                  </a:cubicBezTo>
                  <a:lnTo>
                    <a:pt x="3888771" y="1496334"/>
                  </a:lnTo>
                  <a:lnTo>
                    <a:pt x="3888771" y="1310650"/>
                  </a:lnTo>
                  <a:cubicBezTo>
                    <a:pt x="3891311" y="1140915"/>
                    <a:pt x="3893851" y="964212"/>
                    <a:pt x="3893851" y="773712"/>
                  </a:cubicBezTo>
                  <a:cubicBezTo>
                    <a:pt x="3893851" y="538762"/>
                    <a:pt x="3893851" y="301272"/>
                    <a:pt x="3895121" y="65052"/>
                  </a:cubicBezTo>
                  <a:lnTo>
                    <a:pt x="3895121" y="7902"/>
                  </a:lnTo>
                  <a:lnTo>
                    <a:pt x="3854481" y="7902"/>
                  </a:lnTo>
                  <a:lnTo>
                    <a:pt x="3854481" y="42192"/>
                  </a:lnTo>
                  <a:lnTo>
                    <a:pt x="3860831" y="42192"/>
                  </a:lnTo>
                  <a:lnTo>
                    <a:pt x="3860831" y="65052"/>
                  </a:lnTo>
                  <a:cubicBezTo>
                    <a:pt x="3860831" y="90452"/>
                    <a:pt x="3862101" y="117122"/>
                    <a:pt x="3862101" y="143792"/>
                  </a:cubicBezTo>
                  <a:cubicBezTo>
                    <a:pt x="3862101" y="181892"/>
                    <a:pt x="3862101" y="221262"/>
                    <a:pt x="3863371" y="260632"/>
                  </a:cubicBezTo>
                  <a:lnTo>
                    <a:pt x="3863371" y="498122"/>
                  </a:lnTo>
                  <a:cubicBezTo>
                    <a:pt x="3863371" y="651792"/>
                    <a:pt x="3864641" y="805462"/>
                    <a:pt x="3869721" y="955322"/>
                  </a:cubicBezTo>
                  <a:lnTo>
                    <a:pt x="3864641" y="945162"/>
                  </a:lnTo>
                  <a:cubicBezTo>
                    <a:pt x="3867181" y="983262"/>
                    <a:pt x="3867181" y="1023902"/>
                    <a:pt x="3868451" y="1061173"/>
                  </a:cubicBezTo>
                  <a:cubicBezTo>
                    <a:pt x="3868451" y="1081678"/>
                    <a:pt x="3869721" y="1102183"/>
                    <a:pt x="3869721" y="1123827"/>
                  </a:cubicBezTo>
                  <a:cubicBezTo>
                    <a:pt x="3870991" y="1253692"/>
                    <a:pt x="3865911" y="1389253"/>
                    <a:pt x="3869721" y="1519117"/>
                  </a:cubicBezTo>
                  <a:lnTo>
                    <a:pt x="3867181" y="1506587"/>
                  </a:lnTo>
                  <a:cubicBezTo>
                    <a:pt x="3865911" y="1689992"/>
                    <a:pt x="3867181" y="1867702"/>
                    <a:pt x="3868451" y="2043133"/>
                  </a:cubicBezTo>
                  <a:cubicBezTo>
                    <a:pt x="3868451" y="2126293"/>
                    <a:pt x="3867181" y="2209452"/>
                    <a:pt x="3868451" y="2292610"/>
                  </a:cubicBezTo>
                  <a:cubicBezTo>
                    <a:pt x="3867181" y="2476016"/>
                    <a:pt x="3870991" y="2599046"/>
                    <a:pt x="3870991" y="2783591"/>
                  </a:cubicBezTo>
                  <a:lnTo>
                    <a:pt x="3865911" y="2788147"/>
                  </a:lnTo>
                  <a:cubicBezTo>
                    <a:pt x="3883691" y="3098000"/>
                    <a:pt x="3850671" y="3438611"/>
                    <a:pt x="3869721" y="3760994"/>
                  </a:cubicBezTo>
                  <a:lnTo>
                    <a:pt x="3863371" y="3738211"/>
                  </a:lnTo>
                  <a:cubicBezTo>
                    <a:pt x="3873531" y="3788335"/>
                    <a:pt x="3859561" y="3933008"/>
                    <a:pt x="3876071" y="3914782"/>
                  </a:cubicBezTo>
                  <a:lnTo>
                    <a:pt x="3870991" y="3971740"/>
                  </a:lnTo>
                  <a:cubicBezTo>
                    <a:pt x="3892581" y="4190460"/>
                    <a:pt x="3860831" y="4370448"/>
                    <a:pt x="3874801" y="4639291"/>
                  </a:cubicBezTo>
                  <a:lnTo>
                    <a:pt x="3870991" y="4622203"/>
                  </a:lnTo>
                  <a:cubicBezTo>
                    <a:pt x="3873531" y="4693971"/>
                    <a:pt x="3876071" y="4777130"/>
                    <a:pt x="3872261" y="4829531"/>
                  </a:cubicBezTo>
                  <a:cubicBezTo>
                    <a:pt x="3872261" y="4821557"/>
                    <a:pt x="3870991" y="4824975"/>
                    <a:pt x="3869721" y="4807887"/>
                  </a:cubicBezTo>
                  <a:cubicBezTo>
                    <a:pt x="3854481" y="5048270"/>
                    <a:pt x="3870991" y="5326401"/>
                    <a:pt x="3870991" y="5590561"/>
                  </a:cubicBezTo>
                  <a:lnTo>
                    <a:pt x="3863371" y="5560081"/>
                  </a:lnTo>
                  <a:cubicBezTo>
                    <a:pt x="3865911" y="5598181"/>
                    <a:pt x="3867181" y="5647711"/>
                    <a:pt x="3867181" y="5701051"/>
                  </a:cubicBezTo>
                  <a:lnTo>
                    <a:pt x="3867181" y="5862340"/>
                  </a:lnTo>
                  <a:cubicBezTo>
                    <a:pt x="3863371" y="5862340"/>
                    <a:pt x="3860831" y="5861070"/>
                    <a:pt x="3855751" y="5861070"/>
                  </a:cubicBezTo>
                  <a:lnTo>
                    <a:pt x="3853211" y="5862340"/>
                  </a:lnTo>
                  <a:lnTo>
                    <a:pt x="3841781" y="5867420"/>
                  </a:lnTo>
                  <a:lnTo>
                    <a:pt x="3834161" y="5867420"/>
                  </a:lnTo>
                  <a:cubicBezTo>
                    <a:pt x="3813841" y="5862340"/>
                    <a:pt x="3817651" y="5864881"/>
                    <a:pt x="3808761" y="5859801"/>
                  </a:cubicBezTo>
                  <a:cubicBezTo>
                    <a:pt x="3704621" y="5858531"/>
                    <a:pt x="3690651" y="5848370"/>
                    <a:pt x="3616991" y="5843290"/>
                  </a:cubicBezTo>
                  <a:cubicBezTo>
                    <a:pt x="3616991" y="5843290"/>
                    <a:pt x="3618261" y="5843290"/>
                    <a:pt x="3616991" y="5844561"/>
                  </a:cubicBezTo>
                  <a:cubicBezTo>
                    <a:pt x="3566191" y="5853451"/>
                    <a:pt x="3496341" y="5848370"/>
                    <a:pt x="3455701" y="5847101"/>
                  </a:cubicBezTo>
                  <a:lnTo>
                    <a:pt x="3439191" y="5843290"/>
                  </a:lnTo>
                  <a:cubicBezTo>
                    <a:pt x="3415061" y="5834401"/>
                    <a:pt x="3321081" y="5859801"/>
                    <a:pt x="3352831" y="5845831"/>
                  </a:cubicBezTo>
                  <a:cubicBezTo>
                    <a:pt x="3142011" y="5849640"/>
                    <a:pt x="2900711" y="5849640"/>
                    <a:pt x="2791018" y="5849640"/>
                  </a:cubicBezTo>
                  <a:cubicBezTo>
                    <a:pt x="2776715" y="5855990"/>
                    <a:pt x="2712905" y="5849640"/>
                    <a:pt x="2735458" y="5859801"/>
                  </a:cubicBezTo>
                  <a:cubicBezTo>
                    <a:pt x="2710154" y="5847101"/>
                    <a:pt x="2634242" y="5844561"/>
                    <a:pt x="2606187" y="5844561"/>
                  </a:cubicBezTo>
                  <a:cubicBezTo>
                    <a:pt x="2607287" y="5843290"/>
                    <a:pt x="2608387" y="5842020"/>
                    <a:pt x="2612788" y="5842020"/>
                  </a:cubicBezTo>
                  <a:cubicBezTo>
                    <a:pt x="2558329" y="5825511"/>
                    <a:pt x="2547877" y="5857261"/>
                    <a:pt x="2496719" y="5836940"/>
                  </a:cubicBezTo>
                  <a:cubicBezTo>
                    <a:pt x="2488467" y="5850911"/>
                    <a:pt x="2403753" y="5833131"/>
                    <a:pt x="2374598" y="5848370"/>
                  </a:cubicBezTo>
                  <a:cubicBezTo>
                    <a:pt x="2368547" y="5845831"/>
                    <a:pt x="2366347" y="5842020"/>
                    <a:pt x="2368547" y="5840751"/>
                  </a:cubicBezTo>
                  <a:cubicBezTo>
                    <a:pt x="2276132" y="5838211"/>
                    <a:pt x="2174365" y="5836940"/>
                    <a:pt x="2096802" y="5834401"/>
                  </a:cubicBezTo>
                  <a:cubicBezTo>
                    <a:pt x="2030241" y="5847101"/>
                    <a:pt x="1935625" y="5829320"/>
                    <a:pt x="1877865" y="5845831"/>
                  </a:cubicBezTo>
                  <a:cubicBezTo>
                    <a:pt x="1830557" y="5842020"/>
                    <a:pt x="1753544" y="5835670"/>
                    <a:pt x="1687533" y="5842020"/>
                  </a:cubicBezTo>
                  <a:lnTo>
                    <a:pt x="1694134" y="5839481"/>
                  </a:lnTo>
                  <a:cubicBezTo>
                    <a:pt x="1619322" y="5840751"/>
                    <a:pt x="1525806" y="5840751"/>
                    <a:pt x="1474648" y="5852181"/>
                  </a:cubicBezTo>
                  <a:cubicBezTo>
                    <a:pt x="1452644" y="5835670"/>
                    <a:pt x="1420189" y="5839481"/>
                    <a:pt x="1387733" y="5834401"/>
                  </a:cubicBezTo>
                  <a:cubicBezTo>
                    <a:pt x="1337675" y="5842020"/>
                    <a:pt x="1237008" y="5839481"/>
                    <a:pt x="1160545" y="5847101"/>
                  </a:cubicBezTo>
                  <a:cubicBezTo>
                    <a:pt x="1148993" y="5839481"/>
                    <a:pt x="1097835" y="5850911"/>
                    <a:pt x="1093984" y="5839481"/>
                  </a:cubicBezTo>
                  <a:cubicBezTo>
                    <a:pt x="1004570" y="5847101"/>
                    <a:pt x="814070" y="5850911"/>
                    <a:pt x="617220" y="5852181"/>
                  </a:cubicBezTo>
                  <a:lnTo>
                    <a:pt x="318770" y="5852181"/>
                  </a:lnTo>
                  <a:lnTo>
                    <a:pt x="168910" y="5850911"/>
                  </a:lnTo>
                  <a:lnTo>
                    <a:pt x="93980" y="5849640"/>
                  </a:lnTo>
                  <a:lnTo>
                    <a:pt x="58420" y="5849640"/>
                  </a:lnTo>
                  <a:lnTo>
                    <a:pt x="45720" y="5848370"/>
                  </a:lnTo>
                  <a:lnTo>
                    <a:pt x="48260" y="5848370"/>
                  </a:lnTo>
                  <a:cubicBezTo>
                    <a:pt x="52070" y="5706131"/>
                    <a:pt x="55880" y="5566431"/>
                    <a:pt x="58420" y="5431811"/>
                  </a:cubicBezTo>
                  <a:cubicBezTo>
                    <a:pt x="55880" y="5407681"/>
                    <a:pt x="53340" y="5383551"/>
                    <a:pt x="49530" y="5358151"/>
                  </a:cubicBezTo>
                  <a:cubicBezTo>
                    <a:pt x="46990" y="5193051"/>
                    <a:pt x="45720" y="5010170"/>
                    <a:pt x="45720" y="4832949"/>
                  </a:cubicBezTo>
                  <a:cubicBezTo>
                    <a:pt x="46990" y="4795357"/>
                    <a:pt x="48260" y="4756625"/>
                    <a:pt x="45720" y="4716754"/>
                  </a:cubicBezTo>
                  <a:lnTo>
                    <a:pt x="45720" y="4691693"/>
                  </a:lnTo>
                  <a:lnTo>
                    <a:pt x="48260" y="4685997"/>
                  </a:lnTo>
                  <a:lnTo>
                    <a:pt x="49530" y="4624482"/>
                  </a:lnTo>
                  <a:cubicBezTo>
                    <a:pt x="50800" y="4625621"/>
                    <a:pt x="53340" y="4625621"/>
                    <a:pt x="54610" y="4630178"/>
                  </a:cubicBezTo>
                  <a:lnTo>
                    <a:pt x="54610" y="4642709"/>
                  </a:lnTo>
                  <a:lnTo>
                    <a:pt x="54610" y="4631317"/>
                  </a:lnTo>
                  <a:cubicBezTo>
                    <a:pt x="55880" y="4634734"/>
                    <a:pt x="57150" y="4639291"/>
                    <a:pt x="57150" y="4646126"/>
                  </a:cubicBezTo>
                  <a:lnTo>
                    <a:pt x="57150" y="4324881"/>
                  </a:lnTo>
                  <a:cubicBezTo>
                    <a:pt x="58420" y="4327160"/>
                    <a:pt x="59690" y="4329438"/>
                    <a:pt x="58420" y="4337412"/>
                  </a:cubicBezTo>
                  <a:cubicBezTo>
                    <a:pt x="69850" y="4255392"/>
                    <a:pt x="57150" y="4221217"/>
                    <a:pt x="57150" y="4168816"/>
                  </a:cubicBezTo>
                  <a:lnTo>
                    <a:pt x="57150" y="4158563"/>
                  </a:lnTo>
                  <a:cubicBezTo>
                    <a:pt x="57150" y="4140337"/>
                    <a:pt x="59690" y="4120971"/>
                    <a:pt x="63500" y="4095909"/>
                  </a:cubicBezTo>
                  <a:cubicBezTo>
                    <a:pt x="50800" y="4081100"/>
                    <a:pt x="64770" y="3928452"/>
                    <a:pt x="54610" y="3857823"/>
                  </a:cubicBezTo>
                  <a:lnTo>
                    <a:pt x="54610" y="3832762"/>
                  </a:lnTo>
                  <a:cubicBezTo>
                    <a:pt x="57150" y="3828205"/>
                    <a:pt x="58420" y="3825927"/>
                    <a:pt x="59690" y="3829344"/>
                  </a:cubicBezTo>
                  <a:cubicBezTo>
                    <a:pt x="62230" y="3637965"/>
                    <a:pt x="63500" y="3426080"/>
                    <a:pt x="66040" y="3263179"/>
                  </a:cubicBezTo>
                  <a:cubicBezTo>
                    <a:pt x="53340" y="3124201"/>
                    <a:pt x="71120" y="2927125"/>
                    <a:pt x="54610" y="2808652"/>
                  </a:cubicBezTo>
                  <a:cubicBezTo>
                    <a:pt x="58420" y="2709545"/>
                    <a:pt x="64770" y="2550062"/>
                    <a:pt x="58420" y="2412223"/>
                  </a:cubicBezTo>
                  <a:lnTo>
                    <a:pt x="60960" y="2425893"/>
                  </a:lnTo>
                  <a:cubicBezTo>
                    <a:pt x="59690" y="2269827"/>
                    <a:pt x="59690" y="2076169"/>
                    <a:pt x="48260" y="1969088"/>
                  </a:cubicBezTo>
                  <a:cubicBezTo>
                    <a:pt x="64770" y="1923521"/>
                    <a:pt x="60960" y="1856310"/>
                    <a:pt x="66040" y="1789100"/>
                  </a:cubicBezTo>
                  <a:cubicBezTo>
                    <a:pt x="58420" y="1685435"/>
                    <a:pt x="60960" y="1475829"/>
                    <a:pt x="53340" y="1317485"/>
                  </a:cubicBezTo>
                  <a:cubicBezTo>
                    <a:pt x="60960" y="1293563"/>
                    <a:pt x="50800" y="1186481"/>
                    <a:pt x="60960" y="1178507"/>
                  </a:cubicBezTo>
                  <a:cubicBezTo>
                    <a:pt x="53340" y="1018822"/>
                    <a:pt x="49530" y="827052"/>
                    <a:pt x="48260" y="628932"/>
                  </a:cubicBezTo>
                  <a:lnTo>
                    <a:pt x="48260" y="329212"/>
                  </a:lnTo>
                  <a:lnTo>
                    <a:pt x="49530" y="179352"/>
                  </a:lnTo>
                  <a:lnTo>
                    <a:pt x="50800" y="104422"/>
                  </a:lnTo>
                  <a:lnTo>
                    <a:pt x="50800" y="68862"/>
                  </a:lnTo>
                  <a:lnTo>
                    <a:pt x="52070" y="56162"/>
                  </a:lnTo>
                  <a:lnTo>
                    <a:pt x="64770" y="56162"/>
                  </a:lnTo>
                  <a:cubicBezTo>
                    <a:pt x="210820" y="59972"/>
                    <a:pt x="354330" y="63782"/>
                    <a:pt x="492760" y="67592"/>
                  </a:cubicBezTo>
                  <a:cubicBezTo>
                    <a:pt x="558800" y="61242"/>
                    <a:pt x="633730" y="48542"/>
                    <a:pt x="701040" y="40922"/>
                  </a:cubicBezTo>
                  <a:cubicBezTo>
                    <a:pt x="707390" y="42192"/>
                    <a:pt x="707390" y="43462"/>
                    <a:pt x="692150" y="43462"/>
                  </a:cubicBezTo>
                  <a:cubicBezTo>
                    <a:pt x="788670" y="40922"/>
                    <a:pt x="877570" y="52352"/>
                    <a:pt x="974090" y="49812"/>
                  </a:cubicBezTo>
                  <a:cubicBezTo>
                    <a:pt x="972820" y="51082"/>
                    <a:pt x="972820" y="51082"/>
                    <a:pt x="957580" y="53622"/>
                  </a:cubicBezTo>
                  <a:cubicBezTo>
                    <a:pt x="1036224" y="48542"/>
                    <a:pt x="1077481" y="62512"/>
                    <a:pt x="1123689" y="53622"/>
                  </a:cubicBezTo>
                  <a:lnTo>
                    <a:pt x="1126439" y="56162"/>
                  </a:lnTo>
                  <a:lnTo>
                    <a:pt x="1155594" y="52352"/>
                  </a:lnTo>
                  <a:cubicBezTo>
                    <a:pt x="1155044" y="54892"/>
                    <a:pt x="1153944" y="59972"/>
                    <a:pt x="1145142" y="59972"/>
                  </a:cubicBezTo>
                  <a:cubicBezTo>
                    <a:pt x="1500502" y="63782"/>
                    <a:pt x="1866863" y="46002"/>
                    <a:pt x="2231574" y="48542"/>
                  </a:cubicBezTo>
                  <a:lnTo>
                    <a:pt x="2217822" y="52352"/>
                  </a:lnTo>
                  <a:lnTo>
                    <a:pt x="2288784" y="46002"/>
                  </a:lnTo>
                  <a:cubicBezTo>
                    <a:pt x="2288234" y="47272"/>
                    <a:pt x="2284933" y="48542"/>
                    <a:pt x="2281633" y="49812"/>
                  </a:cubicBezTo>
                  <a:cubicBezTo>
                    <a:pt x="2372398" y="56162"/>
                    <a:pt x="2466463" y="46002"/>
                    <a:pt x="2554478" y="47272"/>
                  </a:cubicBezTo>
                  <a:cubicBezTo>
                    <a:pt x="2553928" y="48542"/>
                    <a:pt x="2540726" y="52352"/>
                    <a:pt x="2552828" y="54892"/>
                  </a:cubicBezTo>
                  <a:cubicBezTo>
                    <a:pt x="2618289" y="44732"/>
                    <a:pt x="2657895" y="67592"/>
                    <a:pt x="2690351" y="47272"/>
                  </a:cubicBezTo>
                  <a:cubicBezTo>
                    <a:pt x="2693651" y="48542"/>
                    <a:pt x="2695302" y="52352"/>
                    <a:pt x="2688701" y="54892"/>
                  </a:cubicBezTo>
                  <a:cubicBezTo>
                    <a:pt x="2870781" y="48542"/>
                    <a:pt x="3280441" y="48542"/>
                    <a:pt x="3703351" y="52352"/>
                  </a:cubicBezTo>
                  <a:cubicBezTo>
                    <a:pt x="3751611" y="49812"/>
                    <a:pt x="3802411" y="48542"/>
                    <a:pt x="3853211" y="46002"/>
                  </a:cubicBezTo>
                  <a:lnTo>
                    <a:pt x="3853211" y="10442"/>
                  </a:lnTo>
                  <a:cubicBezTo>
                    <a:pt x="3575081" y="9172"/>
                    <a:pt x="3295681" y="9172"/>
                    <a:pt x="3016281" y="7902"/>
                  </a:cubicBezTo>
                  <a:cubicBezTo>
                    <a:pt x="2557229" y="2822"/>
                    <a:pt x="2219472" y="-9878"/>
                    <a:pt x="1843759" y="14252"/>
                  </a:cubicBezTo>
                  <a:cubicBezTo>
                    <a:pt x="1844310" y="12982"/>
                    <a:pt x="1841009" y="11712"/>
                    <a:pt x="1850911" y="10442"/>
                  </a:cubicBezTo>
                  <a:cubicBezTo>
                    <a:pt x="1742543" y="14252"/>
                    <a:pt x="1644076" y="7902"/>
                    <a:pt x="1541759" y="11712"/>
                  </a:cubicBezTo>
                  <a:lnTo>
                    <a:pt x="1542309" y="10442"/>
                  </a:lnTo>
                  <a:cubicBezTo>
                    <a:pt x="1290367" y="24412"/>
                    <a:pt x="1002030" y="7902"/>
                    <a:pt x="438150" y="23142"/>
                  </a:cubicBezTo>
                  <a:lnTo>
                    <a:pt x="19050" y="23142"/>
                  </a:lnTo>
                  <a:lnTo>
                    <a:pt x="19050" y="68862"/>
                  </a:lnTo>
                  <a:cubicBezTo>
                    <a:pt x="19050" y="203482"/>
                    <a:pt x="20320" y="340642"/>
                    <a:pt x="20320" y="479072"/>
                  </a:cubicBezTo>
                  <a:cubicBezTo>
                    <a:pt x="7620" y="941352"/>
                    <a:pt x="11430" y="1359634"/>
                    <a:pt x="20320" y="1772012"/>
                  </a:cubicBezTo>
                  <a:cubicBezTo>
                    <a:pt x="26670" y="2281219"/>
                    <a:pt x="8890" y="2774477"/>
                    <a:pt x="13970" y="3282545"/>
                  </a:cubicBezTo>
                  <a:cubicBezTo>
                    <a:pt x="7620" y="3671001"/>
                    <a:pt x="21590" y="4074265"/>
                    <a:pt x="25400" y="4474112"/>
                  </a:cubicBezTo>
                  <a:cubicBezTo>
                    <a:pt x="20320" y="4623342"/>
                    <a:pt x="13970" y="4777130"/>
                    <a:pt x="15240" y="4936511"/>
                  </a:cubicBezTo>
                  <a:lnTo>
                    <a:pt x="19050" y="4923811"/>
                  </a:lnTo>
                  <a:cubicBezTo>
                    <a:pt x="13970" y="4973340"/>
                    <a:pt x="15240" y="5027951"/>
                    <a:pt x="19050" y="5080020"/>
                  </a:cubicBezTo>
                  <a:cubicBezTo>
                    <a:pt x="17780" y="5140981"/>
                    <a:pt x="17780" y="5203211"/>
                    <a:pt x="19050" y="5265440"/>
                  </a:cubicBezTo>
                  <a:cubicBezTo>
                    <a:pt x="19050" y="5266711"/>
                    <a:pt x="19050" y="5269251"/>
                    <a:pt x="17780" y="5270520"/>
                  </a:cubicBezTo>
                  <a:lnTo>
                    <a:pt x="16510" y="5257820"/>
                  </a:lnTo>
                  <a:cubicBezTo>
                    <a:pt x="12700" y="5281951"/>
                    <a:pt x="15240" y="5309890"/>
                    <a:pt x="19050" y="5337831"/>
                  </a:cubicBezTo>
                  <a:cubicBezTo>
                    <a:pt x="19050" y="5361961"/>
                    <a:pt x="20320" y="5384821"/>
                    <a:pt x="20320" y="5408951"/>
                  </a:cubicBezTo>
                  <a:lnTo>
                    <a:pt x="24130" y="5604531"/>
                  </a:lnTo>
                  <a:cubicBezTo>
                    <a:pt x="21590" y="5654061"/>
                    <a:pt x="34290" y="5777251"/>
                    <a:pt x="15240" y="5781061"/>
                  </a:cubicBezTo>
                  <a:cubicBezTo>
                    <a:pt x="15240" y="5737881"/>
                    <a:pt x="6350" y="5848370"/>
                    <a:pt x="1270" y="5751851"/>
                  </a:cubicBezTo>
                  <a:cubicBezTo>
                    <a:pt x="0" y="5763281"/>
                    <a:pt x="0" y="5791220"/>
                    <a:pt x="0" y="5820431"/>
                  </a:cubicBezTo>
                  <a:cubicBezTo>
                    <a:pt x="0" y="5829320"/>
                    <a:pt x="1270" y="5838211"/>
                    <a:pt x="1270" y="5845831"/>
                  </a:cubicBezTo>
                  <a:cubicBezTo>
                    <a:pt x="2540" y="5863611"/>
                    <a:pt x="5080" y="5876311"/>
                    <a:pt x="7620" y="5872501"/>
                  </a:cubicBezTo>
                  <a:cubicBezTo>
                    <a:pt x="17780" y="5882661"/>
                    <a:pt x="25400" y="5927111"/>
                    <a:pt x="33020" y="5866151"/>
                  </a:cubicBezTo>
                  <a:lnTo>
                    <a:pt x="60960" y="5866151"/>
                  </a:lnTo>
                  <a:cubicBezTo>
                    <a:pt x="91440" y="5866151"/>
                    <a:pt x="121920" y="5866151"/>
                    <a:pt x="152400" y="5867420"/>
                  </a:cubicBezTo>
                  <a:cubicBezTo>
                    <a:pt x="194310" y="5868690"/>
                    <a:pt x="234950" y="5869961"/>
                    <a:pt x="273050" y="5871231"/>
                  </a:cubicBezTo>
                  <a:cubicBezTo>
                    <a:pt x="991870" y="5897901"/>
                    <a:pt x="1313471" y="5881390"/>
                    <a:pt x="1624823" y="5864881"/>
                  </a:cubicBezTo>
                  <a:cubicBezTo>
                    <a:pt x="1888867" y="5873770"/>
                    <a:pt x="2152911" y="5853451"/>
                    <a:pt x="2409804" y="5866151"/>
                  </a:cubicBezTo>
                  <a:cubicBezTo>
                    <a:pt x="2267880" y="5868690"/>
                    <a:pt x="2127607" y="5873770"/>
                    <a:pt x="1981282" y="5877581"/>
                  </a:cubicBezTo>
                  <a:cubicBezTo>
                    <a:pt x="1984583" y="5876311"/>
                    <a:pt x="1986233" y="5875040"/>
                    <a:pt x="1989534" y="5873770"/>
                  </a:cubicBezTo>
                  <a:cubicBezTo>
                    <a:pt x="1978532" y="5876311"/>
                    <a:pt x="1966430" y="5880120"/>
                    <a:pt x="1953778" y="5878851"/>
                  </a:cubicBezTo>
                  <a:cubicBezTo>
                    <a:pt x="1950477" y="5877581"/>
                    <a:pt x="1957078" y="5876311"/>
                    <a:pt x="1961479" y="5875040"/>
                  </a:cubicBezTo>
                  <a:cubicBezTo>
                    <a:pt x="1913071" y="5864881"/>
                    <a:pt x="1820105" y="5881390"/>
                    <a:pt x="1789850" y="5873770"/>
                  </a:cubicBezTo>
                  <a:cubicBezTo>
                    <a:pt x="1776098" y="5875040"/>
                    <a:pt x="1770047" y="5878851"/>
                    <a:pt x="1777748" y="5882661"/>
                  </a:cubicBezTo>
                  <a:cubicBezTo>
                    <a:pt x="1599519" y="5885201"/>
                    <a:pt x="1408637" y="5887740"/>
                    <a:pt x="1226556" y="5895361"/>
                  </a:cubicBezTo>
                  <a:cubicBezTo>
                    <a:pt x="1217755" y="5894090"/>
                    <a:pt x="1216104" y="5891551"/>
                    <a:pt x="1218855" y="5887740"/>
                  </a:cubicBezTo>
                  <a:cubicBezTo>
                    <a:pt x="1063729" y="5904251"/>
                    <a:pt x="735330" y="5897901"/>
                    <a:pt x="368300" y="5895361"/>
                  </a:cubicBezTo>
                  <a:cubicBezTo>
                    <a:pt x="354330" y="5899170"/>
                    <a:pt x="405130" y="5900440"/>
                    <a:pt x="369570" y="5904251"/>
                  </a:cubicBezTo>
                  <a:cubicBezTo>
                    <a:pt x="487680" y="5909331"/>
                    <a:pt x="585470" y="5894090"/>
                    <a:pt x="692150" y="5901711"/>
                  </a:cubicBezTo>
                  <a:lnTo>
                    <a:pt x="678180" y="5905520"/>
                  </a:lnTo>
                  <a:cubicBezTo>
                    <a:pt x="755650" y="5908061"/>
                    <a:pt x="693420" y="5895361"/>
                    <a:pt x="774700" y="5900440"/>
                  </a:cubicBezTo>
                  <a:cubicBezTo>
                    <a:pt x="806450" y="5904251"/>
                    <a:pt x="767080" y="5905520"/>
                    <a:pt x="781050" y="5906790"/>
                  </a:cubicBezTo>
                  <a:cubicBezTo>
                    <a:pt x="946150" y="5905520"/>
                    <a:pt x="1067030" y="5909331"/>
                    <a:pt x="1134691" y="5899170"/>
                  </a:cubicBezTo>
                  <a:cubicBezTo>
                    <a:pt x="1151194" y="5908061"/>
                    <a:pt x="1211704" y="5899170"/>
                    <a:pt x="1238108" y="5908061"/>
                  </a:cubicBezTo>
                  <a:cubicBezTo>
                    <a:pt x="1256811" y="5904251"/>
                    <a:pt x="1274964" y="5905520"/>
                    <a:pt x="1282115" y="5899170"/>
                  </a:cubicBezTo>
                  <a:cubicBezTo>
                    <a:pt x="1532957" y="5904251"/>
                    <a:pt x="1789300" y="5895361"/>
                    <a:pt x="2046193" y="5895361"/>
                  </a:cubicBezTo>
                  <a:cubicBezTo>
                    <a:pt x="2166663" y="5877581"/>
                    <a:pt x="2310237" y="5899170"/>
                    <a:pt x="2453261" y="5892820"/>
                  </a:cubicBezTo>
                  <a:cubicBezTo>
                    <a:pt x="2454362" y="5892820"/>
                    <a:pt x="2453812" y="5894090"/>
                    <a:pt x="2453261" y="5894090"/>
                  </a:cubicBezTo>
                  <a:cubicBezTo>
                    <a:pt x="2500019" y="5890281"/>
                    <a:pt x="2567680" y="5887740"/>
                    <a:pt x="2623240" y="5890281"/>
                  </a:cubicBezTo>
                  <a:lnTo>
                    <a:pt x="2670548" y="5882661"/>
                  </a:lnTo>
                  <a:cubicBezTo>
                    <a:pt x="2776715" y="5887740"/>
                    <a:pt x="2883983" y="5890281"/>
                    <a:pt x="3128041" y="5890281"/>
                  </a:cubicBezTo>
                  <a:lnTo>
                    <a:pt x="3766851" y="5890281"/>
                  </a:lnTo>
                  <a:cubicBezTo>
                    <a:pt x="3763041" y="5891551"/>
                    <a:pt x="3751611" y="5892820"/>
                    <a:pt x="3727481" y="5894090"/>
                  </a:cubicBezTo>
                  <a:cubicBezTo>
                    <a:pt x="3746531" y="5895361"/>
                    <a:pt x="3818921" y="5895361"/>
                    <a:pt x="3854481" y="5891551"/>
                  </a:cubicBezTo>
                  <a:cubicBezTo>
                    <a:pt x="3859561" y="5891551"/>
                    <a:pt x="3864641" y="5890281"/>
                    <a:pt x="3868451" y="5890281"/>
                  </a:cubicBezTo>
                  <a:lnTo>
                    <a:pt x="3893851" y="5890281"/>
                  </a:lnTo>
                  <a:lnTo>
                    <a:pt x="3893851" y="5875040"/>
                  </a:lnTo>
                  <a:cubicBezTo>
                    <a:pt x="3901471" y="5871231"/>
                    <a:pt x="3887501" y="5872501"/>
                    <a:pt x="3893851" y="5864881"/>
                  </a:cubicBezTo>
                  <a:lnTo>
                    <a:pt x="3893851" y="5558811"/>
                  </a:lnTo>
                  <a:cubicBezTo>
                    <a:pt x="3898931" y="5577861"/>
                    <a:pt x="3891311" y="5641361"/>
                    <a:pt x="3900201" y="5632470"/>
                  </a:cubicBezTo>
                  <a:cubicBezTo>
                    <a:pt x="3904011" y="5588020"/>
                    <a:pt x="3897661" y="5568970"/>
                    <a:pt x="3893851" y="5558811"/>
                  </a:cubicBezTo>
                  <a:cubicBezTo>
                    <a:pt x="3893851" y="5377201"/>
                    <a:pt x="3895121" y="5194320"/>
                    <a:pt x="3895121" y="5012711"/>
                  </a:cubicBezTo>
                  <a:cubicBezTo>
                    <a:pt x="3896391" y="4897140"/>
                    <a:pt x="3896391" y="4793078"/>
                    <a:pt x="3897661" y="4691693"/>
                  </a:cubicBezTo>
                  <a:cubicBezTo>
                    <a:pt x="3904011" y="4951751"/>
                    <a:pt x="3898931" y="5240040"/>
                    <a:pt x="3897661" y="5523251"/>
                  </a:cubicBezTo>
                  <a:cubicBezTo>
                    <a:pt x="3901471" y="5537220"/>
                    <a:pt x="3902741" y="5486420"/>
                    <a:pt x="3906551" y="5521981"/>
                  </a:cubicBezTo>
                  <a:cubicBezTo>
                    <a:pt x="3911631" y="5403870"/>
                    <a:pt x="3896391" y="5306081"/>
                    <a:pt x="3904011" y="5199401"/>
                  </a:cubicBezTo>
                  <a:lnTo>
                    <a:pt x="3907821" y="5213370"/>
                  </a:lnTo>
                  <a:cubicBezTo>
                    <a:pt x="3910361" y="5135901"/>
                    <a:pt x="3897661" y="5198131"/>
                    <a:pt x="3902741" y="5116851"/>
                  </a:cubicBezTo>
                  <a:cubicBezTo>
                    <a:pt x="3907821" y="5087640"/>
                    <a:pt x="3909091" y="5128281"/>
                    <a:pt x="3910361" y="5113040"/>
                  </a:cubicBezTo>
                  <a:close/>
                  <a:moveTo>
                    <a:pt x="3437921" y="5863611"/>
                  </a:moveTo>
                  <a:lnTo>
                    <a:pt x="3465861" y="5863611"/>
                  </a:lnTo>
                  <a:cubicBezTo>
                    <a:pt x="3459511" y="5862340"/>
                    <a:pt x="3450621" y="5862340"/>
                    <a:pt x="3437921" y="58636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1738" y="3404095"/>
            <a:ext cx="3933701" cy="5938507"/>
            <a:chOff x="0" y="0"/>
            <a:chExt cx="3916711" cy="59128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-282"/>
              <a:ext cx="3911631" cy="5908060"/>
            </a:xfrm>
            <a:custGeom>
              <a:avLst/>
              <a:gdLst/>
              <a:ahLst/>
              <a:cxnLst/>
              <a:rect r="r" b="b" t="t" l="l"/>
              <a:pathLst>
                <a:path h="5908060" w="3911631">
                  <a:moveTo>
                    <a:pt x="3910361" y="5113040"/>
                  </a:moveTo>
                  <a:cubicBezTo>
                    <a:pt x="3909091" y="4947940"/>
                    <a:pt x="3912901" y="4786243"/>
                    <a:pt x="3902741" y="4646126"/>
                  </a:cubicBezTo>
                  <a:cubicBezTo>
                    <a:pt x="3911631" y="4611951"/>
                    <a:pt x="3902741" y="4486643"/>
                    <a:pt x="3911631" y="4431963"/>
                  </a:cubicBezTo>
                  <a:cubicBezTo>
                    <a:pt x="3907821" y="4393231"/>
                    <a:pt x="3909091" y="4354500"/>
                    <a:pt x="3902741" y="4340829"/>
                  </a:cubicBezTo>
                  <a:lnTo>
                    <a:pt x="3902741" y="4303237"/>
                  </a:lnTo>
                  <a:cubicBezTo>
                    <a:pt x="3905281" y="3897694"/>
                    <a:pt x="3906551" y="3505822"/>
                    <a:pt x="3900201" y="3099140"/>
                  </a:cubicBezTo>
                  <a:cubicBezTo>
                    <a:pt x="3900201" y="2985223"/>
                    <a:pt x="3898931" y="2872446"/>
                    <a:pt x="3898931" y="2758529"/>
                  </a:cubicBezTo>
                  <a:cubicBezTo>
                    <a:pt x="3896391" y="2728911"/>
                    <a:pt x="3895121" y="2698153"/>
                    <a:pt x="3893851" y="2666257"/>
                  </a:cubicBezTo>
                  <a:cubicBezTo>
                    <a:pt x="3892581" y="2525000"/>
                    <a:pt x="3895121" y="2389440"/>
                    <a:pt x="3895121" y="2255018"/>
                  </a:cubicBezTo>
                  <a:cubicBezTo>
                    <a:pt x="3897661" y="2143380"/>
                    <a:pt x="3898931" y="2028324"/>
                    <a:pt x="3896391" y="1914408"/>
                  </a:cubicBezTo>
                  <a:cubicBezTo>
                    <a:pt x="3896391" y="1912129"/>
                    <a:pt x="3897661" y="1913269"/>
                    <a:pt x="3897661" y="1914408"/>
                  </a:cubicBezTo>
                  <a:cubicBezTo>
                    <a:pt x="3893851" y="1817579"/>
                    <a:pt x="3891311" y="1677461"/>
                    <a:pt x="3893851" y="1562406"/>
                  </a:cubicBezTo>
                  <a:lnTo>
                    <a:pt x="3888771" y="1496334"/>
                  </a:lnTo>
                  <a:lnTo>
                    <a:pt x="3888771" y="1310650"/>
                  </a:lnTo>
                  <a:cubicBezTo>
                    <a:pt x="3891311" y="1140915"/>
                    <a:pt x="3893851" y="964212"/>
                    <a:pt x="3893851" y="773712"/>
                  </a:cubicBezTo>
                  <a:cubicBezTo>
                    <a:pt x="3893851" y="538762"/>
                    <a:pt x="3893851" y="301272"/>
                    <a:pt x="3895121" y="65052"/>
                  </a:cubicBezTo>
                  <a:lnTo>
                    <a:pt x="3895121" y="7902"/>
                  </a:lnTo>
                  <a:lnTo>
                    <a:pt x="3854481" y="7902"/>
                  </a:lnTo>
                  <a:lnTo>
                    <a:pt x="3854481" y="42192"/>
                  </a:lnTo>
                  <a:lnTo>
                    <a:pt x="3860831" y="42192"/>
                  </a:lnTo>
                  <a:lnTo>
                    <a:pt x="3860831" y="65052"/>
                  </a:lnTo>
                  <a:cubicBezTo>
                    <a:pt x="3860831" y="90452"/>
                    <a:pt x="3862101" y="117122"/>
                    <a:pt x="3862101" y="143792"/>
                  </a:cubicBezTo>
                  <a:cubicBezTo>
                    <a:pt x="3862101" y="181892"/>
                    <a:pt x="3862101" y="221262"/>
                    <a:pt x="3863371" y="260632"/>
                  </a:cubicBezTo>
                  <a:lnTo>
                    <a:pt x="3863371" y="498122"/>
                  </a:lnTo>
                  <a:cubicBezTo>
                    <a:pt x="3863371" y="651792"/>
                    <a:pt x="3864641" y="805462"/>
                    <a:pt x="3869721" y="955322"/>
                  </a:cubicBezTo>
                  <a:lnTo>
                    <a:pt x="3864641" y="945162"/>
                  </a:lnTo>
                  <a:cubicBezTo>
                    <a:pt x="3867181" y="983262"/>
                    <a:pt x="3867181" y="1023902"/>
                    <a:pt x="3868451" y="1061173"/>
                  </a:cubicBezTo>
                  <a:cubicBezTo>
                    <a:pt x="3868451" y="1081678"/>
                    <a:pt x="3869721" y="1102183"/>
                    <a:pt x="3869721" y="1123827"/>
                  </a:cubicBezTo>
                  <a:cubicBezTo>
                    <a:pt x="3870991" y="1253692"/>
                    <a:pt x="3865911" y="1389253"/>
                    <a:pt x="3869721" y="1519117"/>
                  </a:cubicBezTo>
                  <a:lnTo>
                    <a:pt x="3867181" y="1506587"/>
                  </a:lnTo>
                  <a:cubicBezTo>
                    <a:pt x="3865911" y="1689992"/>
                    <a:pt x="3867181" y="1867702"/>
                    <a:pt x="3868451" y="2043133"/>
                  </a:cubicBezTo>
                  <a:cubicBezTo>
                    <a:pt x="3868451" y="2126293"/>
                    <a:pt x="3867181" y="2209452"/>
                    <a:pt x="3868451" y="2292610"/>
                  </a:cubicBezTo>
                  <a:cubicBezTo>
                    <a:pt x="3867181" y="2476016"/>
                    <a:pt x="3870991" y="2599046"/>
                    <a:pt x="3870991" y="2783591"/>
                  </a:cubicBezTo>
                  <a:lnTo>
                    <a:pt x="3865911" y="2788147"/>
                  </a:lnTo>
                  <a:cubicBezTo>
                    <a:pt x="3883691" y="3098000"/>
                    <a:pt x="3850671" y="3438611"/>
                    <a:pt x="3869721" y="3760994"/>
                  </a:cubicBezTo>
                  <a:lnTo>
                    <a:pt x="3863371" y="3738211"/>
                  </a:lnTo>
                  <a:cubicBezTo>
                    <a:pt x="3873531" y="3788335"/>
                    <a:pt x="3859561" y="3933008"/>
                    <a:pt x="3876071" y="3914782"/>
                  </a:cubicBezTo>
                  <a:lnTo>
                    <a:pt x="3870991" y="3971740"/>
                  </a:lnTo>
                  <a:cubicBezTo>
                    <a:pt x="3892581" y="4190460"/>
                    <a:pt x="3860831" y="4370448"/>
                    <a:pt x="3874801" y="4639291"/>
                  </a:cubicBezTo>
                  <a:lnTo>
                    <a:pt x="3870991" y="4622203"/>
                  </a:lnTo>
                  <a:cubicBezTo>
                    <a:pt x="3873531" y="4693971"/>
                    <a:pt x="3876071" y="4777130"/>
                    <a:pt x="3872261" y="4829531"/>
                  </a:cubicBezTo>
                  <a:cubicBezTo>
                    <a:pt x="3872261" y="4821557"/>
                    <a:pt x="3870991" y="4824975"/>
                    <a:pt x="3869721" y="4807887"/>
                  </a:cubicBezTo>
                  <a:cubicBezTo>
                    <a:pt x="3854481" y="5048270"/>
                    <a:pt x="3870991" y="5326401"/>
                    <a:pt x="3870991" y="5590561"/>
                  </a:cubicBezTo>
                  <a:lnTo>
                    <a:pt x="3863371" y="5560081"/>
                  </a:lnTo>
                  <a:cubicBezTo>
                    <a:pt x="3865911" y="5598181"/>
                    <a:pt x="3867181" y="5647711"/>
                    <a:pt x="3867181" y="5701051"/>
                  </a:cubicBezTo>
                  <a:lnTo>
                    <a:pt x="3867181" y="5862340"/>
                  </a:lnTo>
                  <a:cubicBezTo>
                    <a:pt x="3863371" y="5862340"/>
                    <a:pt x="3860831" y="5861070"/>
                    <a:pt x="3855751" y="5861070"/>
                  </a:cubicBezTo>
                  <a:lnTo>
                    <a:pt x="3853211" y="5862340"/>
                  </a:lnTo>
                  <a:lnTo>
                    <a:pt x="3841781" y="5867420"/>
                  </a:lnTo>
                  <a:lnTo>
                    <a:pt x="3834161" y="5867420"/>
                  </a:lnTo>
                  <a:cubicBezTo>
                    <a:pt x="3813841" y="5862340"/>
                    <a:pt x="3817651" y="5864881"/>
                    <a:pt x="3808761" y="5859801"/>
                  </a:cubicBezTo>
                  <a:cubicBezTo>
                    <a:pt x="3704621" y="5858531"/>
                    <a:pt x="3690651" y="5848370"/>
                    <a:pt x="3616991" y="5843290"/>
                  </a:cubicBezTo>
                  <a:cubicBezTo>
                    <a:pt x="3616991" y="5843290"/>
                    <a:pt x="3618261" y="5843290"/>
                    <a:pt x="3616991" y="5844561"/>
                  </a:cubicBezTo>
                  <a:cubicBezTo>
                    <a:pt x="3566191" y="5853451"/>
                    <a:pt x="3496341" y="5848370"/>
                    <a:pt x="3455701" y="5847101"/>
                  </a:cubicBezTo>
                  <a:lnTo>
                    <a:pt x="3439191" y="5843290"/>
                  </a:lnTo>
                  <a:cubicBezTo>
                    <a:pt x="3415061" y="5834401"/>
                    <a:pt x="3321081" y="5859801"/>
                    <a:pt x="3352831" y="5845831"/>
                  </a:cubicBezTo>
                  <a:cubicBezTo>
                    <a:pt x="3142011" y="5849640"/>
                    <a:pt x="2900711" y="5849640"/>
                    <a:pt x="2791018" y="5849640"/>
                  </a:cubicBezTo>
                  <a:cubicBezTo>
                    <a:pt x="2776715" y="5855990"/>
                    <a:pt x="2712905" y="5849640"/>
                    <a:pt x="2735458" y="5859801"/>
                  </a:cubicBezTo>
                  <a:cubicBezTo>
                    <a:pt x="2710154" y="5847101"/>
                    <a:pt x="2634242" y="5844561"/>
                    <a:pt x="2606187" y="5844561"/>
                  </a:cubicBezTo>
                  <a:cubicBezTo>
                    <a:pt x="2607287" y="5843290"/>
                    <a:pt x="2608387" y="5842020"/>
                    <a:pt x="2612788" y="5842020"/>
                  </a:cubicBezTo>
                  <a:cubicBezTo>
                    <a:pt x="2558329" y="5825511"/>
                    <a:pt x="2547877" y="5857261"/>
                    <a:pt x="2496719" y="5836940"/>
                  </a:cubicBezTo>
                  <a:cubicBezTo>
                    <a:pt x="2488467" y="5850911"/>
                    <a:pt x="2403753" y="5833131"/>
                    <a:pt x="2374598" y="5848370"/>
                  </a:cubicBezTo>
                  <a:cubicBezTo>
                    <a:pt x="2368547" y="5845831"/>
                    <a:pt x="2366347" y="5842020"/>
                    <a:pt x="2368547" y="5840751"/>
                  </a:cubicBezTo>
                  <a:cubicBezTo>
                    <a:pt x="2276132" y="5838211"/>
                    <a:pt x="2174365" y="5836940"/>
                    <a:pt x="2096802" y="5834401"/>
                  </a:cubicBezTo>
                  <a:cubicBezTo>
                    <a:pt x="2030241" y="5847101"/>
                    <a:pt x="1935625" y="5829320"/>
                    <a:pt x="1877865" y="5845831"/>
                  </a:cubicBezTo>
                  <a:cubicBezTo>
                    <a:pt x="1830557" y="5842020"/>
                    <a:pt x="1753544" y="5835670"/>
                    <a:pt x="1687533" y="5842020"/>
                  </a:cubicBezTo>
                  <a:lnTo>
                    <a:pt x="1694134" y="5839481"/>
                  </a:lnTo>
                  <a:cubicBezTo>
                    <a:pt x="1619322" y="5840751"/>
                    <a:pt x="1525806" y="5840751"/>
                    <a:pt x="1474648" y="5852181"/>
                  </a:cubicBezTo>
                  <a:cubicBezTo>
                    <a:pt x="1452644" y="5835670"/>
                    <a:pt x="1420189" y="5839481"/>
                    <a:pt x="1387733" y="5834401"/>
                  </a:cubicBezTo>
                  <a:cubicBezTo>
                    <a:pt x="1337675" y="5842020"/>
                    <a:pt x="1237008" y="5839481"/>
                    <a:pt x="1160545" y="5847101"/>
                  </a:cubicBezTo>
                  <a:cubicBezTo>
                    <a:pt x="1148993" y="5839481"/>
                    <a:pt x="1097835" y="5850911"/>
                    <a:pt x="1093984" y="5839481"/>
                  </a:cubicBezTo>
                  <a:cubicBezTo>
                    <a:pt x="1004570" y="5847101"/>
                    <a:pt x="814070" y="5850911"/>
                    <a:pt x="617220" y="5852181"/>
                  </a:cubicBezTo>
                  <a:lnTo>
                    <a:pt x="318770" y="5852181"/>
                  </a:lnTo>
                  <a:lnTo>
                    <a:pt x="168910" y="5850911"/>
                  </a:lnTo>
                  <a:lnTo>
                    <a:pt x="93980" y="5849640"/>
                  </a:lnTo>
                  <a:lnTo>
                    <a:pt x="58420" y="5849640"/>
                  </a:lnTo>
                  <a:lnTo>
                    <a:pt x="45720" y="5848370"/>
                  </a:lnTo>
                  <a:lnTo>
                    <a:pt x="48260" y="5848370"/>
                  </a:lnTo>
                  <a:cubicBezTo>
                    <a:pt x="52070" y="5706131"/>
                    <a:pt x="55880" y="5566431"/>
                    <a:pt x="58420" y="5431811"/>
                  </a:cubicBezTo>
                  <a:cubicBezTo>
                    <a:pt x="55880" y="5407681"/>
                    <a:pt x="53340" y="5383551"/>
                    <a:pt x="49530" y="5358151"/>
                  </a:cubicBezTo>
                  <a:cubicBezTo>
                    <a:pt x="46990" y="5193051"/>
                    <a:pt x="45720" y="5010170"/>
                    <a:pt x="45720" y="4832949"/>
                  </a:cubicBezTo>
                  <a:cubicBezTo>
                    <a:pt x="46990" y="4795357"/>
                    <a:pt x="48260" y="4756625"/>
                    <a:pt x="45720" y="4716754"/>
                  </a:cubicBezTo>
                  <a:lnTo>
                    <a:pt x="45720" y="4691693"/>
                  </a:lnTo>
                  <a:lnTo>
                    <a:pt x="48260" y="4685997"/>
                  </a:lnTo>
                  <a:lnTo>
                    <a:pt x="49530" y="4624482"/>
                  </a:lnTo>
                  <a:cubicBezTo>
                    <a:pt x="50800" y="4625621"/>
                    <a:pt x="53340" y="4625621"/>
                    <a:pt x="54610" y="4630178"/>
                  </a:cubicBezTo>
                  <a:lnTo>
                    <a:pt x="54610" y="4642709"/>
                  </a:lnTo>
                  <a:lnTo>
                    <a:pt x="54610" y="4631317"/>
                  </a:lnTo>
                  <a:cubicBezTo>
                    <a:pt x="55880" y="4634734"/>
                    <a:pt x="57150" y="4639291"/>
                    <a:pt x="57150" y="4646126"/>
                  </a:cubicBezTo>
                  <a:lnTo>
                    <a:pt x="57150" y="4324881"/>
                  </a:lnTo>
                  <a:cubicBezTo>
                    <a:pt x="58420" y="4327160"/>
                    <a:pt x="59690" y="4329438"/>
                    <a:pt x="58420" y="4337412"/>
                  </a:cubicBezTo>
                  <a:cubicBezTo>
                    <a:pt x="69850" y="4255392"/>
                    <a:pt x="57150" y="4221217"/>
                    <a:pt x="57150" y="4168816"/>
                  </a:cubicBezTo>
                  <a:lnTo>
                    <a:pt x="57150" y="4158563"/>
                  </a:lnTo>
                  <a:cubicBezTo>
                    <a:pt x="57150" y="4140337"/>
                    <a:pt x="59690" y="4120971"/>
                    <a:pt x="63500" y="4095909"/>
                  </a:cubicBezTo>
                  <a:cubicBezTo>
                    <a:pt x="50800" y="4081100"/>
                    <a:pt x="64770" y="3928452"/>
                    <a:pt x="54610" y="3857823"/>
                  </a:cubicBezTo>
                  <a:lnTo>
                    <a:pt x="54610" y="3832762"/>
                  </a:lnTo>
                  <a:cubicBezTo>
                    <a:pt x="57150" y="3828205"/>
                    <a:pt x="58420" y="3825927"/>
                    <a:pt x="59690" y="3829344"/>
                  </a:cubicBezTo>
                  <a:cubicBezTo>
                    <a:pt x="62230" y="3637965"/>
                    <a:pt x="63500" y="3426080"/>
                    <a:pt x="66040" y="3263179"/>
                  </a:cubicBezTo>
                  <a:cubicBezTo>
                    <a:pt x="53340" y="3124201"/>
                    <a:pt x="71120" y="2927125"/>
                    <a:pt x="54610" y="2808652"/>
                  </a:cubicBezTo>
                  <a:cubicBezTo>
                    <a:pt x="58420" y="2709545"/>
                    <a:pt x="64770" y="2550062"/>
                    <a:pt x="58420" y="2412223"/>
                  </a:cubicBezTo>
                  <a:lnTo>
                    <a:pt x="60960" y="2425893"/>
                  </a:lnTo>
                  <a:cubicBezTo>
                    <a:pt x="59690" y="2269827"/>
                    <a:pt x="59690" y="2076169"/>
                    <a:pt x="48260" y="1969088"/>
                  </a:cubicBezTo>
                  <a:cubicBezTo>
                    <a:pt x="64770" y="1923521"/>
                    <a:pt x="60960" y="1856310"/>
                    <a:pt x="66040" y="1789100"/>
                  </a:cubicBezTo>
                  <a:cubicBezTo>
                    <a:pt x="58420" y="1685435"/>
                    <a:pt x="60960" y="1475829"/>
                    <a:pt x="53340" y="1317485"/>
                  </a:cubicBezTo>
                  <a:cubicBezTo>
                    <a:pt x="60960" y="1293563"/>
                    <a:pt x="50800" y="1186481"/>
                    <a:pt x="60960" y="1178507"/>
                  </a:cubicBezTo>
                  <a:cubicBezTo>
                    <a:pt x="53340" y="1018822"/>
                    <a:pt x="49530" y="827052"/>
                    <a:pt x="48260" y="628932"/>
                  </a:cubicBezTo>
                  <a:lnTo>
                    <a:pt x="48260" y="329212"/>
                  </a:lnTo>
                  <a:lnTo>
                    <a:pt x="49530" y="179352"/>
                  </a:lnTo>
                  <a:lnTo>
                    <a:pt x="50800" y="104422"/>
                  </a:lnTo>
                  <a:lnTo>
                    <a:pt x="50800" y="68862"/>
                  </a:lnTo>
                  <a:lnTo>
                    <a:pt x="52070" y="56162"/>
                  </a:lnTo>
                  <a:lnTo>
                    <a:pt x="64770" y="56162"/>
                  </a:lnTo>
                  <a:cubicBezTo>
                    <a:pt x="210820" y="59972"/>
                    <a:pt x="354330" y="63782"/>
                    <a:pt x="492760" y="67592"/>
                  </a:cubicBezTo>
                  <a:cubicBezTo>
                    <a:pt x="558800" y="61242"/>
                    <a:pt x="633730" y="48542"/>
                    <a:pt x="701040" y="40922"/>
                  </a:cubicBezTo>
                  <a:cubicBezTo>
                    <a:pt x="707390" y="42192"/>
                    <a:pt x="707390" y="43462"/>
                    <a:pt x="692150" y="43462"/>
                  </a:cubicBezTo>
                  <a:cubicBezTo>
                    <a:pt x="788670" y="40922"/>
                    <a:pt x="877570" y="52352"/>
                    <a:pt x="974090" y="49812"/>
                  </a:cubicBezTo>
                  <a:cubicBezTo>
                    <a:pt x="972820" y="51082"/>
                    <a:pt x="972820" y="51082"/>
                    <a:pt x="957580" y="53622"/>
                  </a:cubicBezTo>
                  <a:cubicBezTo>
                    <a:pt x="1036224" y="48542"/>
                    <a:pt x="1077481" y="62512"/>
                    <a:pt x="1123689" y="53622"/>
                  </a:cubicBezTo>
                  <a:lnTo>
                    <a:pt x="1126439" y="56162"/>
                  </a:lnTo>
                  <a:lnTo>
                    <a:pt x="1155594" y="52352"/>
                  </a:lnTo>
                  <a:cubicBezTo>
                    <a:pt x="1155044" y="54892"/>
                    <a:pt x="1153944" y="59972"/>
                    <a:pt x="1145142" y="59972"/>
                  </a:cubicBezTo>
                  <a:cubicBezTo>
                    <a:pt x="1500502" y="63782"/>
                    <a:pt x="1866863" y="46002"/>
                    <a:pt x="2231574" y="48542"/>
                  </a:cubicBezTo>
                  <a:lnTo>
                    <a:pt x="2217822" y="52352"/>
                  </a:lnTo>
                  <a:lnTo>
                    <a:pt x="2288784" y="46002"/>
                  </a:lnTo>
                  <a:cubicBezTo>
                    <a:pt x="2288234" y="47272"/>
                    <a:pt x="2284933" y="48542"/>
                    <a:pt x="2281633" y="49812"/>
                  </a:cubicBezTo>
                  <a:cubicBezTo>
                    <a:pt x="2372398" y="56162"/>
                    <a:pt x="2466463" y="46002"/>
                    <a:pt x="2554478" y="47272"/>
                  </a:cubicBezTo>
                  <a:cubicBezTo>
                    <a:pt x="2553928" y="48542"/>
                    <a:pt x="2540726" y="52352"/>
                    <a:pt x="2552828" y="54892"/>
                  </a:cubicBezTo>
                  <a:cubicBezTo>
                    <a:pt x="2618289" y="44732"/>
                    <a:pt x="2657895" y="67592"/>
                    <a:pt x="2690351" y="47272"/>
                  </a:cubicBezTo>
                  <a:cubicBezTo>
                    <a:pt x="2693651" y="48542"/>
                    <a:pt x="2695302" y="52352"/>
                    <a:pt x="2688701" y="54892"/>
                  </a:cubicBezTo>
                  <a:cubicBezTo>
                    <a:pt x="2870781" y="48542"/>
                    <a:pt x="3280441" y="48542"/>
                    <a:pt x="3703351" y="52352"/>
                  </a:cubicBezTo>
                  <a:cubicBezTo>
                    <a:pt x="3751611" y="49812"/>
                    <a:pt x="3802411" y="48542"/>
                    <a:pt x="3853211" y="46002"/>
                  </a:cubicBezTo>
                  <a:lnTo>
                    <a:pt x="3853211" y="10442"/>
                  </a:lnTo>
                  <a:cubicBezTo>
                    <a:pt x="3575081" y="9172"/>
                    <a:pt x="3295681" y="9172"/>
                    <a:pt x="3016281" y="7902"/>
                  </a:cubicBezTo>
                  <a:cubicBezTo>
                    <a:pt x="2557229" y="2822"/>
                    <a:pt x="2219472" y="-9878"/>
                    <a:pt x="1843759" y="14252"/>
                  </a:cubicBezTo>
                  <a:cubicBezTo>
                    <a:pt x="1844310" y="12982"/>
                    <a:pt x="1841009" y="11712"/>
                    <a:pt x="1850911" y="10442"/>
                  </a:cubicBezTo>
                  <a:cubicBezTo>
                    <a:pt x="1742543" y="14252"/>
                    <a:pt x="1644076" y="7902"/>
                    <a:pt x="1541759" y="11712"/>
                  </a:cubicBezTo>
                  <a:lnTo>
                    <a:pt x="1542309" y="10442"/>
                  </a:lnTo>
                  <a:cubicBezTo>
                    <a:pt x="1290367" y="24412"/>
                    <a:pt x="1002030" y="7902"/>
                    <a:pt x="438150" y="23142"/>
                  </a:cubicBezTo>
                  <a:lnTo>
                    <a:pt x="19050" y="23142"/>
                  </a:lnTo>
                  <a:lnTo>
                    <a:pt x="19050" y="68862"/>
                  </a:lnTo>
                  <a:cubicBezTo>
                    <a:pt x="19050" y="203482"/>
                    <a:pt x="20320" y="340642"/>
                    <a:pt x="20320" y="479072"/>
                  </a:cubicBezTo>
                  <a:cubicBezTo>
                    <a:pt x="7620" y="941352"/>
                    <a:pt x="11430" y="1359634"/>
                    <a:pt x="20320" y="1772012"/>
                  </a:cubicBezTo>
                  <a:cubicBezTo>
                    <a:pt x="26670" y="2281219"/>
                    <a:pt x="8890" y="2774477"/>
                    <a:pt x="13970" y="3282545"/>
                  </a:cubicBezTo>
                  <a:cubicBezTo>
                    <a:pt x="7620" y="3671001"/>
                    <a:pt x="21590" y="4074265"/>
                    <a:pt x="25400" y="4474112"/>
                  </a:cubicBezTo>
                  <a:cubicBezTo>
                    <a:pt x="20320" y="4623342"/>
                    <a:pt x="13970" y="4777130"/>
                    <a:pt x="15240" y="4936511"/>
                  </a:cubicBezTo>
                  <a:lnTo>
                    <a:pt x="19050" y="4923811"/>
                  </a:lnTo>
                  <a:cubicBezTo>
                    <a:pt x="13970" y="4973340"/>
                    <a:pt x="15240" y="5027951"/>
                    <a:pt x="19050" y="5080020"/>
                  </a:cubicBezTo>
                  <a:cubicBezTo>
                    <a:pt x="17780" y="5140981"/>
                    <a:pt x="17780" y="5203211"/>
                    <a:pt x="19050" y="5265440"/>
                  </a:cubicBezTo>
                  <a:cubicBezTo>
                    <a:pt x="19050" y="5266711"/>
                    <a:pt x="19050" y="5269251"/>
                    <a:pt x="17780" y="5270520"/>
                  </a:cubicBezTo>
                  <a:lnTo>
                    <a:pt x="16510" y="5257820"/>
                  </a:lnTo>
                  <a:cubicBezTo>
                    <a:pt x="12700" y="5281951"/>
                    <a:pt x="15240" y="5309890"/>
                    <a:pt x="19050" y="5337831"/>
                  </a:cubicBezTo>
                  <a:cubicBezTo>
                    <a:pt x="19050" y="5361961"/>
                    <a:pt x="20320" y="5384821"/>
                    <a:pt x="20320" y="5408951"/>
                  </a:cubicBezTo>
                  <a:lnTo>
                    <a:pt x="24130" y="5604531"/>
                  </a:lnTo>
                  <a:cubicBezTo>
                    <a:pt x="21590" y="5654061"/>
                    <a:pt x="34290" y="5777251"/>
                    <a:pt x="15240" y="5781061"/>
                  </a:cubicBezTo>
                  <a:cubicBezTo>
                    <a:pt x="15240" y="5737881"/>
                    <a:pt x="6350" y="5848370"/>
                    <a:pt x="1270" y="5751851"/>
                  </a:cubicBezTo>
                  <a:cubicBezTo>
                    <a:pt x="0" y="5763281"/>
                    <a:pt x="0" y="5791220"/>
                    <a:pt x="0" y="5820431"/>
                  </a:cubicBezTo>
                  <a:cubicBezTo>
                    <a:pt x="0" y="5829320"/>
                    <a:pt x="1270" y="5838211"/>
                    <a:pt x="1270" y="5845831"/>
                  </a:cubicBezTo>
                  <a:cubicBezTo>
                    <a:pt x="2540" y="5863611"/>
                    <a:pt x="5080" y="5876311"/>
                    <a:pt x="7620" y="5872501"/>
                  </a:cubicBezTo>
                  <a:cubicBezTo>
                    <a:pt x="17780" y="5882661"/>
                    <a:pt x="25400" y="5927111"/>
                    <a:pt x="33020" y="5866151"/>
                  </a:cubicBezTo>
                  <a:lnTo>
                    <a:pt x="60960" y="5866151"/>
                  </a:lnTo>
                  <a:cubicBezTo>
                    <a:pt x="91440" y="5866151"/>
                    <a:pt x="121920" y="5866151"/>
                    <a:pt x="152400" y="5867420"/>
                  </a:cubicBezTo>
                  <a:cubicBezTo>
                    <a:pt x="194310" y="5868690"/>
                    <a:pt x="234950" y="5869961"/>
                    <a:pt x="273050" y="5871231"/>
                  </a:cubicBezTo>
                  <a:cubicBezTo>
                    <a:pt x="991870" y="5897901"/>
                    <a:pt x="1313471" y="5881390"/>
                    <a:pt x="1624823" y="5864881"/>
                  </a:cubicBezTo>
                  <a:cubicBezTo>
                    <a:pt x="1888867" y="5873770"/>
                    <a:pt x="2152911" y="5853451"/>
                    <a:pt x="2409804" y="5866151"/>
                  </a:cubicBezTo>
                  <a:cubicBezTo>
                    <a:pt x="2267880" y="5868690"/>
                    <a:pt x="2127607" y="5873770"/>
                    <a:pt x="1981282" y="5877581"/>
                  </a:cubicBezTo>
                  <a:cubicBezTo>
                    <a:pt x="1984583" y="5876311"/>
                    <a:pt x="1986233" y="5875040"/>
                    <a:pt x="1989534" y="5873770"/>
                  </a:cubicBezTo>
                  <a:cubicBezTo>
                    <a:pt x="1978532" y="5876311"/>
                    <a:pt x="1966430" y="5880120"/>
                    <a:pt x="1953778" y="5878851"/>
                  </a:cubicBezTo>
                  <a:cubicBezTo>
                    <a:pt x="1950477" y="5877581"/>
                    <a:pt x="1957078" y="5876311"/>
                    <a:pt x="1961479" y="5875040"/>
                  </a:cubicBezTo>
                  <a:cubicBezTo>
                    <a:pt x="1913071" y="5864881"/>
                    <a:pt x="1820105" y="5881390"/>
                    <a:pt x="1789850" y="5873770"/>
                  </a:cubicBezTo>
                  <a:cubicBezTo>
                    <a:pt x="1776098" y="5875040"/>
                    <a:pt x="1770047" y="5878851"/>
                    <a:pt x="1777748" y="5882661"/>
                  </a:cubicBezTo>
                  <a:cubicBezTo>
                    <a:pt x="1599519" y="5885201"/>
                    <a:pt x="1408637" y="5887740"/>
                    <a:pt x="1226556" y="5895361"/>
                  </a:cubicBezTo>
                  <a:cubicBezTo>
                    <a:pt x="1217755" y="5894090"/>
                    <a:pt x="1216104" y="5891551"/>
                    <a:pt x="1218855" y="5887740"/>
                  </a:cubicBezTo>
                  <a:cubicBezTo>
                    <a:pt x="1063729" y="5904251"/>
                    <a:pt x="735330" y="5897901"/>
                    <a:pt x="368300" y="5895361"/>
                  </a:cubicBezTo>
                  <a:cubicBezTo>
                    <a:pt x="354330" y="5899170"/>
                    <a:pt x="405130" y="5900440"/>
                    <a:pt x="369570" y="5904251"/>
                  </a:cubicBezTo>
                  <a:cubicBezTo>
                    <a:pt x="487680" y="5909331"/>
                    <a:pt x="585470" y="5894090"/>
                    <a:pt x="692150" y="5901711"/>
                  </a:cubicBezTo>
                  <a:lnTo>
                    <a:pt x="678180" y="5905520"/>
                  </a:lnTo>
                  <a:cubicBezTo>
                    <a:pt x="755650" y="5908061"/>
                    <a:pt x="693420" y="5895361"/>
                    <a:pt x="774700" y="5900440"/>
                  </a:cubicBezTo>
                  <a:cubicBezTo>
                    <a:pt x="806450" y="5904251"/>
                    <a:pt x="767080" y="5905520"/>
                    <a:pt x="781050" y="5906790"/>
                  </a:cubicBezTo>
                  <a:cubicBezTo>
                    <a:pt x="946150" y="5905520"/>
                    <a:pt x="1067030" y="5909331"/>
                    <a:pt x="1134691" y="5899170"/>
                  </a:cubicBezTo>
                  <a:cubicBezTo>
                    <a:pt x="1151194" y="5908061"/>
                    <a:pt x="1211704" y="5899170"/>
                    <a:pt x="1238108" y="5908061"/>
                  </a:cubicBezTo>
                  <a:cubicBezTo>
                    <a:pt x="1256811" y="5904251"/>
                    <a:pt x="1274964" y="5905520"/>
                    <a:pt x="1282115" y="5899170"/>
                  </a:cubicBezTo>
                  <a:cubicBezTo>
                    <a:pt x="1532957" y="5904251"/>
                    <a:pt x="1789300" y="5895361"/>
                    <a:pt x="2046193" y="5895361"/>
                  </a:cubicBezTo>
                  <a:cubicBezTo>
                    <a:pt x="2166663" y="5877581"/>
                    <a:pt x="2310237" y="5899170"/>
                    <a:pt x="2453261" y="5892820"/>
                  </a:cubicBezTo>
                  <a:cubicBezTo>
                    <a:pt x="2454362" y="5892820"/>
                    <a:pt x="2453812" y="5894090"/>
                    <a:pt x="2453261" y="5894090"/>
                  </a:cubicBezTo>
                  <a:cubicBezTo>
                    <a:pt x="2500019" y="5890281"/>
                    <a:pt x="2567680" y="5887740"/>
                    <a:pt x="2623240" y="5890281"/>
                  </a:cubicBezTo>
                  <a:lnTo>
                    <a:pt x="2670548" y="5882661"/>
                  </a:lnTo>
                  <a:cubicBezTo>
                    <a:pt x="2776715" y="5887740"/>
                    <a:pt x="2883983" y="5890281"/>
                    <a:pt x="3128041" y="5890281"/>
                  </a:cubicBezTo>
                  <a:lnTo>
                    <a:pt x="3766851" y="5890281"/>
                  </a:lnTo>
                  <a:cubicBezTo>
                    <a:pt x="3763041" y="5891551"/>
                    <a:pt x="3751611" y="5892820"/>
                    <a:pt x="3727481" y="5894090"/>
                  </a:cubicBezTo>
                  <a:cubicBezTo>
                    <a:pt x="3746531" y="5895361"/>
                    <a:pt x="3818921" y="5895361"/>
                    <a:pt x="3854481" y="5891551"/>
                  </a:cubicBezTo>
                  <a:cubicBezTo>
                    <a:pt x="3859561" y="5891551"/>
                    <a:pt x="3864641" y="5890281"/>
                    <a:pt x="3868451" y="5890281"/>
                  </a:cubicBezTo>
                  <a:lnTo>
                    <a:pt x="3893851" y="5890281"/>
                  </a:lnTo>
                  <a:lnTo>
                    <a:pt x="3893851" y="5875040"/>
                  </a:lnTo>
                  <a:cubicBezTo>
                    <a:pt x="3901471" y="5871231"/>
                    <a:pt x="3887501" y="5872501"/>
                    <a:pt x="3893851" y="5864881"/>
                  </a:cubicBezTo>
                  <a:lnTo>
                    <a:pt x="3893851" y="5558811"/>
                  </a:lnTo>
                  <a:cubicBezTo>
                    <a:pt x="3898931" y="5577861"/>
                    <a:pt x="3891311" y="5641361"/>
                    <a:pt x="3900201" y="5632470"/>
                  </a:cubicBezTo>
                  <a:cubicBezTo>
                    <a:pt x="3904011" y="5588020"/>
                    <a:pt x="3897661" y="5568970"/>
                    <a:pt x="3893851" y="5558811"/>
                  </a:cubicBezTo>
                  <a:cubicBezTo>
                    <a:pt x="3893851" y="5377201"/>
                    <a:pt x="3895121" y="5194320"/>
                    <a:pt x="3895121" y="5012711"/>
                  </a:cubicBezTo>
                  <a:cubicBezTo>
                    <a:pt x="3896391" y="4897140"/>
                    <a:pt x="3896391" y="4793078"/>
                    <a:pt x="3897661" y="4691693"/>
                  </a:cubicBezTo>
                  <a:cubicBezTo>
                    <a:pt x="3904011" y="4951751"/>
                    <a:pt x="3898931" y="5240040"/>
                    <a:pt x="3897661" y="5523251"/>
                  </a:cubicBezTo>
                  <a:cubicBezTo>
                    <a:pt x="3901471" y="5537220"/>
                    <a:pt x="3902741" y="5486420"/>
                    <a:pt x="3906551" y="5521981"/>
                  </a:cubicBezTo>
                  <a:cubicBezTo>
                    <a:pt x="3911631" y="5403870"/>
                    <a:pt x="3896391" y="5306081"/>
                    <a:pt x="3904011" y="5199401"/>
                  </a:cubicBezTo>
                  <a:lnTo>
                    <a:pt x="3907821" y="5213370"/>
                  </a:lnTo>
                  <a:cubicBezTo>
                    <a:pt x="3910361" y="5135901"/>
                    <a:pt x="3897661" y="5198131"/>
                    <a:pt x="3902741" y="5116851"/>
                  </a:cubicBezTo>
                  <a:cubicBezTo>
                    <a:pt x="3907821" y="5087640"/>
                    <a:pt x="3909091" y="5128281"/>
                    <a:pt x="3910361" y="5113040"/>
                  </a:cubicBezTo>
                  <a:close/>
                  <a:moveTo>
                    <a:pt x="3437921" y="5863611"/>
                  </a:moveTo>
                  <a:lnTo>
                    <a:pt x="3465861" y="5863611"/>
                  </a:lnTo>
                  <a:cubicBezTo>
                    <a:pt x="3459511" y="5862340"/>
                    <a:pt x="3450621" y="5862340"/>
                    <a:pt x="3437921" y="58636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523279" y="3404095"/>
            <a:ext cx="3933701" cy="5938507"/>
            <a:chOff x="0" y="0"/>
            <a:chExt cx="3916711" cy="59128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" y="-282"/>
              <a:ext cx="3911631" cy="5908060"/>
            </a:xfrm>
            <a:custGeom>
              <a:avLst/>
              <a:gdLst/>
              <a:ahLst/>
              <a:cxnLst/>
              <a:rect r="r" b="b" t="t" l="l"/>
              <a:pathLst>
                <a:path h="5908060" w="3911631">
                  <a:moveTo>
                    <a:pt x="3910361" y="5113040"/>
                  </a:moveTo>
                  <a:cubicBezTo>
                    <a:pt x="3909091" y="4947940"/>
                    <a:pt x="3912901" y="4786243"/>
                    <a:pt x="3902741" y="4646126"/>
                  </a:cubicBezTo>
                  <a:cubicBezTo>
                    <a:pt x="3911631" y="4611951"/>
                    <a:pt x="3902741" y="4486643"/>
                    <a:pt x="3911631" y="4431963"/>
                  </a:cubicBezTo>
                  <a:cubicBezTo>
                    <a:pt x="3907821" y="4393231"/>
                    <a:pt x="3909091" y="4354500"/>
                    <a:pt x="3902741" y="4340829"/>
                  </a:cubicBezTo>
                  <a:lnTo>
                    <a:pt x="3902741" y="4303237"/>
                  </a:lnTo>
                  <a:cubicBezTo>
                    <a:pt x="3905281" y="3897694"/>
                    <a:pt x="3906551" y="3505822"/>
                    <a:pt x="3900201" y="3099140"/>
                  </a:cubicBezTo>
                  <a:cubicBezTo>
                    <a:pt x="3900201" y="2985223"/>
                    <a:pt x="3898931" y="2872446"/>
                    <a:pt x="3898931" y="2758529"/>
                  </a:cubicBezTo>
                  <a:cubicBezTo>
                    <a:pt x="3896391" y="2728911"/>
                    <a:pt x="3895121" y="2698153"/>
                    <a:pt x="3893851" y="2666257"/>
                  </a:cubicBezTo>
                  <a:cubicBezTo>
                    <a:pt x="3892581" y="2525000"/>
                    <a:pt x="3895121" y="2389440"/>
                    <a:pt x="3895121" y="2255018"/>
                  </a:cubicBezTo>
                  <a:cubicBezTo>
                    <a:pt x="3897661" y="2143380"/>
                    <a:pt x="3898931" y="2028324"/>
                    <a:pt x="3896391" y="1914408"/>
                  </a:cubicBezTo>
                  <a:cubicBezTo>
                    <a:pt x="3896391" y="1912129"/>
                    <a:pt x="3897661" y="1913269"/>
                    <a:pt x="3897661" y="1914408"/>
                  </a:cubicBezTo>
                  <a:cubicBezTo>
                    <a:pt x="3893851" y="1817579"/>
                    <a:pt x="3891311" y="1677461"/>
                    <a:pt x="3893851" y="1562406"/>
                  </a:cubicBezTo>
                  <a:lnTo>
                    <a:pt x="3888771" y="1496334"/>
                  </a:lnTo>
                  <a:lnTo>
                    <a:pt x="3888771" y="1310650"/>
                  </a:lnTo>
                  <a:cubicBezTo>
                    <a:pt x="3891311" y="1140915"/>
                    <a:pt x="3893851" y="964212"/>
                    <a:pt x="3893851" y="773712"/>
                  </a:cubicBezTo>
                  <a:cubicBezTo>
                    <a:pt x="3893851" y="538762"/>
                    <a:pt x="3893851" y="301272"/>
                    <a:pt x="3895121" y="65052"/>
                  </a:cubicBezTo>
                  <a:lnTo>
                    <a:pt x="3895121" y="7902"/>
                  </a:lnTo>
                  <a:lnTo>
                    <a:pt x="3854481" y="7902"/>
                  </a:lnTo>
                  <a:lnTo>
                    <a:pt x="3854481" y="42192"/>
                  </a:lnTo>
                  <a:lnTo>
                    <a:pt x="3860831" y="42192"/>
                  </a:lnTo>
                  <a:lnTo>
                    <a:pt x="3860831" y="65052"/>
                  </a:lnTo>
                  <a:cubicBezTo>
                    <a:pt x="3860831" y="90452"/>
                    <a:pt x="3862101" y="117122"/>
                    <a:pt x="3862101" y="143792"/>
                  </a:cubicBezTo>
                  <a:cubicBezTo>
                    <a:pt x="3862101" y="181892"/>
                    <a:pt x="3862101" y="221262"/>
                    <a:pt x="3863371" y="260632"/>
                  </a:cubicBezTo>
                  <a:lnTo>
                    <a:pt x="3863371" y="498122"/>
                  </a:lnTo>
                  <a:cubicBezTo>
                    <a:pt x="3863371" y="651792"/>
                    <a:pt x="3864641" y="805462"/>
                    <a:pt x="3869721" y="955322"/>
                  </a:cubicBezTo>
                  <a:lnTo>
                    <a:pt x="3864641" y="945162"/>
                  </a:lnTo>
                  <a:cubicBezTo>
                    <a:pt x="3867181" y="983262"/>
                    <a:pt x="3867181" y="1023902"/>
                    <a:pt x="3868451" y="1061173"/>
                  </a:cubicBezTo>
                  <a:cubicBezTo>
                    <a:pt x="3868451" y="1081678"/>
                    <a:pt x="3869721" y="1102183"/>
                    <a:pt x="3869721" y="1123827"/>
                  </a:cubicBezTo>
                  <a:cubicBezTo>
                    <a:pt x="3870991" y="1253692"/>
                    <a:pt x="3865911" y="1389253"/>
                    <a:pt x="3869721" y="1519117"/>
                  </a:cubicBezTo>
                  <a:lnTo>
                    <a:pt x="3867181" y="1506587"/>
                  </a:lnTo>
                  <a:cubicBezTo>
                    <a:pt x="3865911" y="1689992"/>
                    <a:pt x="3867181" y="1867702"/>
                    <a:pt x="3868451" y="2043133"/>
                  </a:cubicBezTo>
                  <a:cubicBezTo>
                    <a:pt x="3868451" y="2126293"/>
                    <a:pt x="3867181" y="2209452"/>
                    <a:pt x="3868451" y="2292610"/>
                  </a:cubicBezTo>
                  <a:cubicBezTo>
                    <a:pt x="3867181" y="2476016"/>
                    <a:pt x="3870991" y="2599046"/>
                    <a:pt x="3870991" y="2783591"/>
                  </a:cubicBezTo>
                  <a:lnTo>
                    <a:pt x="3865911" y="2788147"/>
                  </a:lnTo>
                  <a:cubicBezTo>
                    <a:pt x="3883691" y="3098000"/>
                    <a:pt x="3850671" y="3438611"/>
                    <a:pt x="3869721" y="3760994"/>
                  </a:cubicBezTo>
                  <a:lnTo>
                    <a:pt x="3863371" y="3738211"/>
                  </a:lnTo>
                  <a:cubicBezTo>
                    <a:pt x="3873531" y="3788335"/>
                    <a:pt x="3859561" y="3933008"/>
                    <a:pt x="3876071" y="3914782"/>
                  </a:cubicBezTo>
                  <a:lnTo>
                    <a:pt x="3870991" y="3971740"/>
                  </a:lnTo>
                  <a:cubicBezTo>
                    <a:pt x="3892581" y="4190460"/>
                    <a:pt x="3860831" y="4370448"/>
                    <a:pt x="3874801" y="4639291"/>
                  </a:cubicBezTo>
                  <a:lnTo>
                    <a:pt x="3870991" y="4622203"/>
                  </a:lnTo>
                  <a:cubicBezTo>
                    <a:pt x="3873531" y="4693971"/>
                    <a:pt x="3876071" y="4777130"/>
                    <a:pt x="3872261" y="4829531"/>
                  </a:cubicBezTo>
                  <a:cubicBezTo>
                    <a:pt x="3872261" y="4821557"/>
                    <a:pt x="3870991" y="4824975"/>
                    <a:pt x="3869721" y="4807887"/>
                  </a:cubicBezTo>
                  <a:cubicBezTo>
                    <a:pt x="3854481" y="5048270"/>
                    <a:pt x="3870991" y="5326401"/>
                    <a:pt x="3870991" y="5590561"/>
                  </a:cubicBezTo>
                  <a:lnTo>
                    <a:pt x="3863371" y="5560081"/>
                  </a:lnTo>
                  <a:cubicBezTo>
                    <a:pt x="3865911" y="5598181"/>
                    <a:pt x="3867181" y="5647711"/>
                    <a:pt x="3867181" y="5701051"/>
                  </a:cubicBezTo>
                  <a:lnTo>
                    <a:pt x="3867181" y="5862340"/>
                  </a:lnTo>
                  <a:cubicBezTo>
                    <a:pt x="3863371" y="5862340"/>
                    <a:pt x="3860831" y="5861070"/>
                    <a:pt x="3855751" y="5861070"/>
                  </a:cubicBezTo>
                  <a:lnTo>
                    <a:pt x="3853211" y="5862340"/>
                  </a:lnTo>
                  <a:lnTo>
                    <a:pt x="3841781" y="5867420"/>
                  </a:lnTo>
                  <a:lnTo>
                    <a:pt x="3834161" y="5867420"/>
                  </a:lnTo>
                  <a:cubicBezTo>
                    <a:pt x="3813841" y="5862340"/>
                    <a:pt x="3817651" y="5864881"/>
                    <a:pt x="3808761" y="5859801"/>
                  </a:cubicBezTo>
                  <a:cubicBezTo>
                    <a:pt x="3704621" y="5858531"/>
                    <a:pt x="3690651" y="5848370"/>
                    <a:pt x="3616991" y="5843290"/>
                  </a:cubicBezTo>
                  <a:cubicBezTo>
                    <a:pt x="3616991" y="5843290"/>
                    <a:pt x="3618261" y="5843290"/>
                    <a:pt x="3616991" y="5844561"/>
                  </a:cubicBezTo>
                  <a:cubicBezTo>
                    <a:pt x="3566191" y="5853451"/>
                    <a:pt x="3496341" y="5848370"/>
                    <a:pt x="3455701" y="5847101"/>
                  </a:cubicBezTo>
                  <a:lnTo>
                    <a:pt x="3439191" y="5843290"/>
                  </a:lnTo>
                  <a:cubicBezTo>
                    <a:pt x="3415061" y="5834401"/>
                    <a:pt x="3321081" y="5859801"/>
                    <a:pt x="3352831" y="5845831"/>
                  </a:cubicBezTo>
                  <a:cubicBezTo>
                    <a:pt x="3142011" y="5849640"/>
                    <a:pt x="2900711" y="5849640"/>
                    <a:pt x="2791018" y="5849640"/>
                  </a:cubicBezTo>
                  <a:cubicBezTo>
                    <a:pt x="2776715" y="5855990"/>
                    <a:pt x="2712905" y="5849640"/>
                    <a:pt x="2735458" y="5859801"/>
                  </a:cubicBezTo>
                  <a:cubicBezTo>
                    <a:pt x="2710154" y="5847101"/>
                    <a:pt x="2634242" y="5844561"/>
                    <a:pt x="2606187" y="5844561"/>
                  </a:cubicBezTo>
                  <a:cubicBezTo>
                    <a:pt x="2607287" y="5843290"/>
                    <a:pt x="2608387" y="5842020"/>
                    <a:pt x="2612788" y="5842020"/>
                  </a:cubicBezTo>
                  <a:cubicBezTo>
                    <a:pt x="2558329" y="5825511"/>
                    <a:pt x="2547877" y="5857261"/>
                    <a:pt x="2496719" y="5836940"/>
                  </a:cubicBezTo>
                  <a:cubicBezTo>
                    <a:pt x="2488467" y="5850911"/>
                    <a:pt x="2403753" y="5833131"/>
                    <a:pt x="2374598" y="5848370"/>
                  </a:cubicBezTo>
                  <a:cubicBezTo>
                    <a:pt x="2368547" y="5845831"/>
                    <a:pt x="2366347" y="5842020"/>
                    <a:pt x="2368547" y="5840751"/>
                  </a:cubicBezTo>
                  <a:cubicBezTo>
                    <a:pt x="2276132" y="5838211"/>
                    <a:pt x="2174365" y="5836940"/>
                    <a:pt x="2096802" y="5834401"/>
                  </a:cubicBezTo>
                  <a:cubicBezTo>
                    <a:pt x="2030241" y="5847101"/>
                    <a:pt x="1935625" y="5829320"/>
                    <a:pt x="1877865" y="5845831"/>
                  </a:cubicBezTo>
                  <a:cubicBezTo>
                    <a:pt x="1830557" y="5842020"/>
                    <a:pt x="1753544" y="5835670"/>
                    <a:pt x="1687533" y="5842020"/>
                  </a:cubicBezTo>
                  <a:lnTo>
                    <a:pt x="1694134" y="5839481"/>
                  </a:lnTo>
                  <a:cubicBezTo>
                    <a:pt x="1619322" y="5840751"/>
                    <a:pt x="1525806" y="5840751"/>
                    <a:pt x="1474648" y="5852181"/>
                  </a:cubicBezTo>
                  <a:cubicBezTo>
                    <a:pt x="1452644" y="5835670"/>
                    <a:pt x="1420189" y="5839481"/>
                    <a:pt x="1387733" y="5834401"/>
                  </a:cubicBezTo>
                  <a:cubicBezTo>
                    <a:pt x="1337675" y="5842020"/>
                    <a:pt x="1237008" y="5839481"/>
                    <a:pt x="1160545" y="5847101"/>
                  </a:cubicBezTo>
                  <a:cubicBezTo>
                    <a:pt x="1148993" y="5839481"/>
                    <a:pt x="1097835" y="5850911"/>
                    <a:pt x="1093984" y="5839481"/>
                  </a:cubicBezTo>
                  <a:cubicBezTo>
                    <a:pt x="1004570" y="5847101"/>
                    <a:pt x="814070" y="5850911"/>
                    <a:pt x="617220" y="5852181"/>
                  </a:cubicBezTo>
                  <a:lnTo>
                    <a:pt x="318770" y="5852181"/>
                  </a:lnTo>
                  <a:lnTo>
                    <a:pt x="168910" y="5850911"/>
                  </a:lnTo>
                  <a:lnTo>
                    <a:pt x="93980" y="5849640"/>
                  </a:lnTo>
                  <a:lnTo>
                    <a:pt x="58420" y="5849640"/>
                  </a:lnTo>
                  <a:lnTo>
                    <a:pt x="45720" y="5848370"/>
                  </a:lnTo>
                  <a:lnTo>
                    <a:pt x="48260" y="5848370"/>
                  </a:lnTo>
                  <a:cubicBezTo>
                    <a:pt x="52070" y="5706131"/>
                    <a:pt x="55880" y="5566431"/>
                    <a:pt x="58420" y="5431811"/>
                  </a:cubicBezTo>
                  <a:cubicBezTo>
                    <a:pt x="55880" y="5407681"/>
                    <a:pt x="53340" y="5383551"/>
                    <a:pt x="49530" y="5358151"/>
                  </a:cubicBezTo>
                  <a:cubicBezTo>
                    <a:pt x="46990" y="5193051"/>
                    <a:pt x="45720" y="5010170"/>
                    <a:pt x="45720" y="4832949"/>
                  </a:cubicBezTo>
                  <a:cubicBezTo>
                    <a:pt x="46990" y="4795357"/>
                    <a:pt x="48260" y="4756625"/>
                    <a:pt x="45720" y="4716754"/>
                  </a:cubicBezTo>
                  <a:lnTo>
                    <a:pt x="45720" y="4691693"/>
                  </a:lnTo>
                  <a:lnTo>
                    <a:pt x="48260" y="4685997"/>
                  </a:lnTo>
                  <a:lnTo>
                    <a:pt x="49530" y="4624482"/>
                  </a:lnTo>
                  <a:cubicBezTo>
                    <a:pt x="50800" y="4625621"/>
                    <a:pt x="53340" y="4625621"/>
                    <a:pt x="54610" y="4630178"/>
                  </a:cubicBezTo>
                  <a:lnTo>
                    <a:pt x="54610" y="4642709"/>
                  </a:lnTo>
                  <a:lnTo>
                    <a:pt x="54610" y="4631317"/>
                  </a:lnTo>
                  <a:cubicBezTo>
                    <a:pt x="55880" y="4634734"/>
                    <a:pt x="57150" y="4639291"/>
                    <a:pt x="57150" y="4646126"/>
                  </a:cubicBezTo>
                  <a:lnTo>
                    <a:pt x="57150" y="4324881"/>
                  </a:lnTo>
                  <a:cubicBezTo>
                    <a:pt x="58420" y="4327160"/>
                    <a:pt x="59690" y="4329438"/>
                    <a:pt x="58420" y="4337412"/>
                  </a:cubicBezTo>
                  <a:cubicBezTo>
                    <a:pt x="69850" y="4255392"/>
                    <a:pt x="57150" y="4221217"/>
                    <a:pt x="57150" y="4168816"/>
                  </a:cubicBezTo>
                  <a:lnTo>
                    <a:pt x="57150" y="4158563"/>
                  </a:lnTo>
                  <a:cubicBezTo>
                    <a:pt x="57150" y="4140337"/>
                    <a:pt x="59690" y="4120971"/>
                    <a:pt x="63500" y="4095909"/>
                  </a:cubicBezTo>
                  <a:cubicBezTo>
                    <a:pt x="50800" y="4081100"/>
                    <a:pt x="64770" y="3928452"/>
                    <a:pt x="54610" y="3857823"/>
                  </a:cubicBezTo>
                  <a:lnTo>
                    <a:pt x="54610" y="3832762"/>
                  </a:lnTo>
                  <a:cubicBezTo>
                    <a:pt x="57150" y="3828205"/>
                    <a:pt x="58420" y="3825927"/>
                    <a:pt x="59690" y="3829344"/>
                  </a:cubicBezTo>
                  <a:cubicBezTo>
                    <a:pt x="62230" y="3637965"/>
                    <a:pt x="63500" y="3426080"/>
                    <a:pt x="66040" y="3263179"/>
                  </a:cubicBezTo>
                  <a:cubicBezTo>
                    <a:pt x="53340" y="3124201"/>
                    <a:pt x="71120" y="2927125"/>
                    <a:pt x="54610" y="2808652"/>
                  </a:cubicBezTo>
                  <a:cubicBezTo>
                    <a:pt x="58420" y="2709545"/>
                    <a:pt x="64770" y="2550062"/>
                    <a:pt x="58420" y="2412223"/>
                  </a:cubicBezTo>
                  <a:lnTo>
                    <a:pt x="60960" y="2425893"/>
                  </a:lnTo>
                  <a:cubicBezTo>
                    <a:pt x="59690" y="2269827"/>
                    <a:pt x="59690" y="2076169"/>
                    <a:pt x="48260" y="1969088"/>
                  </a:cubicBezTo>
                  <a:cubicBezTo>
                    <a:pt x="64770" y="1923521"/>
                    <a:pt x="60960" y="1856310"/>
                    <a:pt x="66040" y="1789100"/>
                  </a:cubicBezTo>
                  <a:cubicBezTo>
                    <a:pt x="58420" y="1685435"/>
                    <a:pt x="60960" y="1475829"/>
                    <a:pt x="53340" y="1317485"/>
                  </a:cubicBezTo>
                  <a:cubicBezTo>
                    <a:pt x="60960" y="1293563"/>
                    <a:pt x="50800" y="1186481"/>
                    <a:pt x="60960" y="1178507"/>
                  </a:cubicBezTo>
                  <a:cubicBezTo>
                    <a:pt x="53340" y="1018822"/>
                    <a:pt x="49530" y="827052"/>
                    <a:pt x="48260" y="628932"/>
                  </a:cubicBezTo>
                  <a:lnTo>
                    <a:pt x="48260" y="329212"/>
                  </a:lnTo>
                  <a:lnTo>
                    <a:pt x="49530" y="179352"/>
                  </a:lnTo>
                  <a:lnTo>
                    <a:pt x="50800" y="104422"/>
                  </a:lnTo>
                  <a:lnTo>
                    <a:pt x="50800" y="68862"/>
                  </a:lnTo>
                  <a:lnTo>
                    <a:pt x="52070" y="56162"/>
                  </a:lnTo>
                  <a:lnTo>
                    <a:pt x="64770" y="56162"/>
                  </a:lnTo>
                  <a:cubicBezTo>
                    <a:pt x="210820" y="59972"/>
                    <a:pt x="354330" y="63782"/>
                    <a:pt x="492760" y="67592"/>
                  </a:cubicBezTo>
                  <a:cubicBezTo>
                    <a:pt x="558800" y="61242"/>
                    <a:pt x="633730" y="48542"/>
                    <a:pt x="701040" y="40922"/>
                  </a:cubicBezTo>
                  <a:cubicBezTo>
                    <a:pt x="707390" y="42192"/>
                    <a:pt x="707390" y="43462"/>
                    <a:pt x="692150" y="43462"/>
                  </a:cubicBezTo>
                  <a:cubicBezTo>
                    <a:pt x="788670" y="40922"/>
                    <a:pt x="877570" y="52352"/>
                    <a:pt x="974090" y="49812"/>
                  </a:cubicBezTo>
                  <a:cubicBezTo>
                    <a:pt x="972820" y="51082"/>
                    <a:pt x="972820" y="51082"/>
                    <a:pt x="957580" y="53622"/>
                  </a:cubicBezTo>
                  <a:cubicBezTo>
                    <a:pt x="1036224" y="48542"/>
                    <a:pt x="1077481" y="62512"/>
                    <a:pt x="1123689" y="53622"/>
                  </a:cubicBezTo>
                  <a:lnTo>
                    <a:pt x="1126439" y="56162"/>
                  </a:lnTo>
                  <a:lnTo>
                    <a:pt x="1155594" y="52352"/>
                  </a:lnTo>
                  <a:cubicBezTo>
                    <a:pt x="1155044" y="54892"/>
                    <a:pt x="1153944" y="59972"/>
                    <a:pt x="1145142" y="59972"/>
                  </a:cubicBezTo>
                  <a:cubicBezTo>
                    <a:pt x="1500502" y="63782"/>
                    <a:pt x="1866863" y="46002"/>
                    <a:pt x="2231574" y="48542"/>
                  </a:cubicBezTo>
                  <a:lnTo>
                    <a:pt x="2217822" y="52352"/>
                  </a:lnTo>
                  <a:lnTo>
                    <a:pt x="2288784" y="46002"/>
                  </a:lnTo>
                  <a:cubicBezTo>
                    <a:pt x="2288234" y="47272"/>
                    <a:pt x="2284933" y="48542"/>
                    <a:pt x="2281633" y="49812"/>
                  </a:cubicBezTo>
                  <a:cubicBezTo>
                    <a:pt x="2372398" y="56162"/>
                    <a:pt x="2466463" y="46002"/>
                    <a:pt x="2554478" y="47272"/>
                  </a:cubicBezTo>
                  <a:cubicBezTo>
                    <a:pt x="2553928" y="48542"/>
                    <a:pt x="2540726" y="52352"/>
                    <a:pt x="2552828" y="54892"/>
                  </a:cubicBezTo>
                  <a:cubicBezTo>
                    <a:pt x="2618289" y="44732"/>
                    <a:pt x="2657895" y="67592"/>
                    <a:pt x="2690351" y="47272"/>
                  </a:cubicBezTo>
                  <a:cubicBezTo>
                    <a:pt x="2693651" y="48542"/>
                    <a:pt x="2695302" y="52352"/>
                    <a:pt x="2688701" y="54892"/>
                  </a:cubicBezTo>
                  <a:cubicBezTo>
                    <a:pt x="2870781" y="48542"/>
                    <a:pt x="3280441" y="48542"/>
                    <a:pt x="3703351" y="52352"/>
                  </a:cubicBezTo>
                  <a:cubicBezTo>
                    <a:pt x="3751611" y="49812"/>
                    <a:pt x="3802411" y="48542"/>
                    <a:pt x="3853211" y="46002"/>
                  </a:cubicBezTo>
                  <a:lnTo>
                    <a:pt x="3853211" y="10442"/>
                  </a:lnTo>
                  <a:cubicBezTo>
                    <a:pt x="3575081" y="9172"/>
                    <a:pt x="3295681" y="9172"/>
                    <a:pt x="3016281" y="7902"/>
                  </a:cubicBezTo>
                  <a:cubicBezTo>
                    <a:pt x="2557229" y="2822"/>
                    <a:pt x="2219472" y="-9878"/>
                    <a:pt x="1843759" y="14252"/>
                  </a:cubicBezTo>
                  <a:cubicBezTo>
                    <a:pt x="1844310" y="12982"/>
                    <a:pt x="1841009" y="11712"/>
                    <a:pt x="1850911" y="10442"/>
                  </a:cubicBezTo>
                  <a:cubicBezTo>
                    <a:pt x="1742543" y="14252"/>
                    <a:pt x="1644076" y="7902"/>
                    <a:pt x="1541759" y="11712"/>
                  </a:cubicBezTo>
                  <a:lnTo>
                    <a:pt x="1542309" y="10442"/>
                  </a:lnTo>
                  <a:cubicBezTo>
                    <a:pt x="1290367" y="24412"/>
                    <a:pt x="1002030" y="7902"/>
                    <a:pt x="438150" y="23142"/>
                  </a:cubicBezTo>
                  <a:lnTo>
                    <a:pt x="19050" y="23142"/>
                  </a:lnTo>
                  <a:lnTo>
                    <a:pt x="19050" y="68862"/>
                  </a:lnTo>
                  <a:cubicBezTo>
                    <a:pt x="19050" y="203482"/>
                    <a:pt x="20320" y="340642"/>
                    <a:pt x="20320" y="479072"/>
                  </a:cubicBezTo>
                  <a:cubicBezTo>
                    <a:pt x="7620" y="941352"/>
                    <a:pt x="11430" y="1359634"/>
                    <a:pt x="20320" y="1772012"/>
                  </a:cubicBezTo>
                  <a:cubicBezTo>
                    <a:pt x="26670" y="2281219"/>
                    <a:pt x="8890" y="2774477"/>
                    <a:pt x="13970" y="3282545"/>
                  </a:cubicBezTo>
                  <a:cubicBezTo>
                    <a:pt x="7620" y="3671001"/>
                    <a:pt x="21590" y="4074265"/>
                    <a:pt x="25400" y="4474112"/>
                  </a:cubicBezTo>
                  <a:cubicBezTo>
                    <a:pt x="20320" y="4623342"/>
                    <a:pt x="13970" y="4777130"/>
                    <a:pt x="15240" y="4936511"/>
                  </a:cubicBezTo>
                  <a:lnTo>
                    <a:pt x="19050" y="4923811"/>
                  </a:lnTo>
                  <a:cubicBezTo>
                    <a:pt x="13970" y="4973340"/>
                    <a:pt x="15240" y="5027951"/>
                    <a:pt x="19050" y="5080020"/>
                  </a:cubicBezTo>
                  <a:cubicBezTo>
                    <a:pt x="17780" y="5140981"/>
                    <a:pt x="17780" y="5203211"/>
                    <a:pt x="19050" y="5265440"/>
                  </a:cubicBezTo>
                  <a:cubicBezTo>
                    <a:pt x="19050" y="5266711"/>
                    <a:pt x="19050" y="5269251"/>
                    <a:pt x="17780" y="5270520"/>
                  </a:cubicBezTo>
                  <a:lnTo>
                    <a:pt x="16510" y="5257820"/>
                  </a:lnTo>
                  <a:cubicBezTo>
                    <a:pt x="12700" y="5281951"/>
                    <a:pt x="15240" y="5309890"/>
                    <a:pt x="19050" y="5337831"/>
                  </a:cubicBezTo>
                  <a:cubicBezTo>
                    <a:pt x="19050" y="5361961"/>
                    <a:pt x="20320" y="5384821"/>
                    <a:pt x="20320" y="5408951"/>
                  </a:cubicBezTo>
                  <a:lnTo>
                    <a:pt x="24130" y="5604531"/>
                  </a:lnTo>
                  <a:cubicBezTo>
                    <a:pt x="21590" y="5654061"/>
                    <a:pt x="34290" y="5777251"/>
                    <a:pt x="15240" y="5781061"/>
                  </a:cubicBezTo>
                  <a:cubicBezTo>
                    <a:pt x="15240" y="5737881"/>
                    <a:pt x="6350" y="5848370"/>
                    <a:pt x="1270" y="5751851"/>
                  </a:cubicBezTo>
                  <a:cubicBezTo>
                    <a:pt x="0" y="5763281"/>
                    <a:pt x="0" y="5791220"/>
                    <a:pt x="0" y="5820431"/>
                  </a:cubicBezTo>
                  <a:cubicBezTo>
                    <a:pt x="0" y="5829320"/>
                    <a:pt x="1270" y="5838211"/>
                    <a:pt x="1270" y="5845831"/>
                  </a:cubicBezTo>
                  <a:cubicBezTo>
                    <a:pt x="2540" y="5863611"/>
                    <a:pt x="5080" y="5876311"/>
                    <a:pt x="7620" y="5872501"/>
                  </a:cubicBezTo>
                  <a:cubicBezTo>
                    <a:pt x="17780" y="5882661"/>
                    <a:pt x="25400" y="5927111"/>
                    <a:pt x="33020" y="5866151"/>
                  </a:cubicBezTo>
                  <a:lnTo>
                    <a:pt x="60960" y="5866151"/>
                  </a:lnTo>
                  <a:cubicBezTo>
                    <a:pt x="91440" y="5866151"/>
                    <a:pt x="121920" y="5866151"/>
                    <a:pt x="152400" y="5867420"/>
                  </a:cubicBezTo>
                  <a:cubicBezTo>
                    <a:pt x="194310" y="5868690"/>
                    <a:pt x="234950" y="5869961"/>
                    <a:pt x="273050" y="5871231"/>
                  </a:cubicBezTo>
                  <a:cubicBezTo>
                    <a:pt x="991870" y="5897901"/>
                    <a:pt x="1313471" y="5881390"/>
                    <a:pt x="1624823" y="5864881"/>
                  </a:cubicBezTo>
                  <a:cubicBezTo>
                    <a:pt x="1888867" y="5873770"/>
                    <a:pt x="2152911" y="5853451"/>
                    <a:pt x="2409804" y="5866151"/>
                  </a:cubicBezTo>
                  <a:cubicBezTo>
                    <a:pt x="2267880" y="5868690"/>
                    <a:pt x="2127607" y="5873770"/>
                    <a:pt x="1981282" y="5877581"/>
                  </a:cubicBezTo>
                  <a:cubicBezTo>
                    <a:pt x="1984583" y="5876311"/>
                    <a:pt x="1986233" y="5875040"/>
                    <a:pt x="1989534" y="5873770"/>
                  </a:cubicBezTo>
                  <a:cubicBezTo>
                    <a:pt x="1978532" y="5876311"/>
                    <a:pt x="1966430" y="5880120"/>
                    <a:pt x="1953778" y="5878851"/>
                  </a:cubicBezTo>
                  <a:cubicBezTo>
                    <a:pt x="1950477" y="5877581"/>
                    <a:pt x="1957078" y="5876311"/>
                    <a:pt x="1961479" y="5875040"/>
                  </a:cubicBezTo>
                  <a:cubicBezTo>
                    <a:pt x="1913071" y="5864881"/>
                    <a:pt x="1820105" y="5881390"/>
                    <a:pt x="1789850" y="5873770"/>
                  </a:cubicBezTo>
                  <a:cubicBezTo>
                    <a:pt x="1776098" y="5875040"/>
                    <a:pt x="1770047" y="5878851"/>
                    <a:pt x="1777748" y="5882661"/>
                  </a:cubicBezTo>
                  <a:cubicBezTo>
                    <a:pt x="1599519" y="5885201"/>
                    <a:pt x="1408637" y="5887740"/>
                    <a:pt x="1226556" y="5895361"/>
                  </a:cubicBezTo>
                  <a:cubicBezTo>
                    <a:pt x="1217755" y="5894090"/>
                    <a:pt x="1216104" y="5891551"/>
                    <a:pt x="1218855" y="5887740"/>
                  </a:cubicBezTo>
                  <a:cubicBezTo>
                    <a:pt x="1063729" y="5904251"/>
                    <a:pt x="735330" y="5897901"/>
                    <a:pt x="368300" y="5895361"/>
                  </a:cubicBezTo>
                  <a:cubicBezTo>
                    <a:pt x="354330" y="5899170"/>
                    <a:pt x="405130" y="5900440"/>
                    <a:pt x="369570" y="5904251"/>
                  </a:cubicBezTo>
                  <a:cubicBezTo>
                    <a:pt x="487680" y="5909331"/>
                    <a:pt x="585470" y="5894090"/>
                    <a:pt x="692150" y="5901711"/>
                  </a:cubicBezTo>
                  <a:lnTo>
                    <a:pt x="678180" y="5905520"/>
                  </a:lnTo>
                  <a:cubicBezTo>
                    <a:pt x="755650" y="5908061"/>
                    <a:pt x="693420" y="5895361"/>
                    <a:pt x="774700" y="5900440"/>
                  </a:cubicBezTo>
                  <a:cubicBezTo>
                    <a:pt x="806450" y="5904251"/>
                    <a:pt x="767080" y="5905520"/>
                    <a:pt x="781050" y="5906790"/>
                  </a:cubicBezTo>
                  <a:cubicBezTo>
                    <a:pt x="946150" y="5905520"/>
                    <a:pt x="1067030" y="5909331"/>
                    <a:pt x="1134691" y="5899170"/>
                  </a:cubicBezTo>
                  <a:cubicBezTo>
                    <a:pt x="1151194" y="5908061"/>
                    <a:pt x="1211704" y="5899170"/>
                    <a:pt x="1238108" y="5908061"/>
                  </a:cubicBezTo>
                  <a:cubicBezTo>
                    <a:pt x="1256811" y="5904251"/>
                    <a:pt x="1274964" y="5905520"/>
                    <a:pt x="1282115" y="5899170"/>
                  </a:cubicBezTo>
                  <a:cubicBezTo>
                    <a:pt x="1532957" y="5904251"/>
                    <a:pt x="1789300" y="5895361"/>
                    <a:pt x="2046193" y="5895361"/>
                  </a:cubicBezTo>
                  <a:cubicBezTo>
                    <a:pt x="2166663" y="5877581"/>
                    <a:pt x="2310237" y="5899170"/>
                    <a:pt x="2453261" y="5892820"/>
                  </a:cubicBezTo>
                  <a:cubicBezTo>
                    <a:pt x="2454362" y="5892820"/>
                    <a:pt x="2453812" y="5894090"/>
                    <a:pt x="2453261" y="5894090"/>
                  </a:cubicBezTo>
                  <a:cubicBezTo>
                    <a:pt x="2500019" y="5890281"/>
                    <a:pt x="2567680" y="5887740"/>
                    <a:pt x="2623240" y="5890281"/>
                  </a:cubicBezTo>
                  <a:lnTo>
                    <a:pt x="2670548" y="5882661"/>
                  </a:lnTo>
                  <a:cubicBezTo>
                    <a:pt x="2776715" y="5887740"/>
                    <a:pt x="2883983" y="5890281"/>
                    <a:pt x="3128041" y="5890281"/>
                  </a:cubicBezTo>
                  <a:lnTo>
                    <a:pt x="3766851" y="5890281"/>
                  </a:lnTo>
                  <a:cubicBezTo>
                    <a:pt x="3763041" y="5891551"/>
                    <a:pt x="3751611" y="5892820"/>
                    <a:pt x="3727481" y="5894090"/>
                  </a:cubicBezTo>
                  <a:cubicBezTo>
                    <a:pt x="3746531" y="5895361"/>
                    <a:pt x="3818921" y="5895361"/>
                    <a:pt x="3854481" y="5891551"/>
                  </a:cubicBezTo>
                  <a:cubicBezTo>
                    <a:pt x="3859561" y="5891551"/>
                    <a:pt x="3864641" y="5890281"/>
                    <a:pt x="3868451" y="5890281"/>
                  </a:cubicBezTo>
                  <a:lnTo>
                    <a:pt x="3893851" y="5890281"/>
                  </a:lnTo>
                  <a:lnTo>
                    <a:pt x="3893851" y="5875040"/>
                  </a:lnTo>
                  <a:cubicBezTo>
                    <a:pt x="3901471" y="5871231"/>
                    <a:pt x="3887501" y="5872501"/>
                    <a:pt x="3893851" y="5864881"/>
                  </a:cubicBezTo>
                  <a:lnTo>
                    <a:pt x="3893851" y="5558811"/>
                  </a:lnTo>
                  <a:cubicBezTo>
                    <a:pt x="3898931" y="5577861"/>
                    <a:pt x="3891311" y="5641361"/>
                    <a:pt x="3900201" y="5632470"/>
                  </a:cubicBezTo>
                  <a:cubicBezTo>
                    <a:pt x="3904011" y="5588020"/>
                    <a:pt x="3897661" y="5568970"/>
                    <a:pt x="3893851" y="5558811"/>
                  </a:cubicBezTo>
                  <a:cubicBezTo>
                    <a:pt x="3893851" y="5377201"/>
                    <a:pt x="3895121" y="5194320"/>
                    <a:pt x="3895121" y="5012711"/>
                  </a:cubicBezTo>
                  <a:cubicBezTo>
                    <a:pt x="3896391" y="4897140"/>
                    <a:pt x="3896391" y="4793078"/>
                    <a:pt x="3897661" y="4691693"/>
                  </a:cubicBezTo>
                  <a:cubicBezTo>
                    <a:pt x="3904011" y="4951751"/>
                    <a:pt x="3898931" y="5240040"/>
                    <a:pt x="3897661" y="5523251"/>
                  </a:cubicBezTo>
                  <a:cubicBezTo>
                    <a:pt x="3901471" y="5537220"/>
                    <a:pt x="3902741" y="5486420"/>
                    <a:pt x="3906551" y="5521981"/>
                  </a:cubicBezTo>
                  <a:cubicBezTo>
                    <a:pt x="3911631" y="5403870"/>
                    <a:pt x="3896391" y="5306081"/>
                    <a:pt x="3904011" y="5199401"/>
                  </a:cubicBezTo>
                  <a:lnTo>
                    <a:pt x="3907821" y="5213370"/>
                  </a:lnTo>
                  <a:cubicBezTo>
                    <a:pt x="3910361" y="5135901"/>
                    <a:pt x="3897661" y="5198131"/>
                    <a:pt x="3902741" y="5116851"/>
                  </a:cubicBezTo>
                  <a:cubicBezTo>
                    <a:pt x="3907821" y="5087640"/>
                    <a:pt x="3909091" y="5128281"/>
                    <a:pt x="3910361" y="5113040"/>
                  </a:cubicBezTo>
                  <a:close/>
                  <a:moveTo>
                    <a:pt x="3437921" y="5863611"/>
                  </a:moveTo>
                  <a:lnTo>
                    <a:pt x="3465861" y="5863611"/>
                  </a:lnTo>
                  <a:cubicBezTo>
                    <a:pt x="3459511" y="5862340"/>
                    <a:pt x="3450621" y="5862340"/>
                    <a:pt x="3437921" y="58636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932843" y="2311926"/>
            <a:ext cx="4824571" cy="578949"/>
          </a:xfrm>
          <a:custGeom>
            <a:avLst/>
            <a:gdLst/>
            <a:ahLst/>
            <a:cxnLst/>
            <a:rect r="r" b="b" t="t" l="l"/>
            <a:pathLst>
              <a:path h="578949" w="4824571">
                <a:moveTo>
                  <a:pt x="0" y="0"/>
                </a:moveTo>
                <a:lnTo>
                  <a:pt x="4824572" y="0"/>
                </a:lnTo>
                <a:lnTo>
                  <a:pt x="4824572" y="578949"/>
                </a:lnTo>
                <a:lnTo>
                  <a:pt x="0" y="578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31567" y="3643056"/>
            <a:ext cx="3409782" cy="639334"/>
          </a:xfrm>
          <a:custGeom>
            <a:avLst/>
            <a:gdLst/>
            <a:ahLst/>
            <a:cxnLst/>
            <a:rect r="r" b="b" t="t" l="l"/>
            <a:pathLst>
              <a:path h="639334" w="3409782">
                <a:moveTo>
                  <a:pt x="0" y="0"/>
                </a:moveTo>
                <a:lnTo>
                  <a:pt x="3409782" y="0"/>
                </a:lnTo>
                <a:lnTo>
                  <a:pt x="3409782" y="639334"/>
                </a:lnTo>
                <a:lnTo>
                  <a:pt x="0" y="6393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323338" y="3643056"/>
            <a:ext cx="3409782" cy="639334"/>
          </a:xfrm>
          <a:custGeom>
            <a:avLst/>
            <a:gdLst/>
            <a:ahLst/>
            <a:cxnLst/>
            <a:rect r="r" b="b" t="t" l="l"/>
            <a:pathLst>
              <a:path h="639334" w="3409782">
                <a:moveTo>
                  <a:pt x="0" y="0"/>
                </a:moveTo>
                <a:lnTo>
                  <a:pt x="3409782" y="0"/>
                </a:lnTo>
                <a:lnTo>
                  <a:pt x="3409782" y="639334"/>
                </a:lnTo>
                <a:lnTo>
                  <a:pt x="0" y="6393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553697" y="3643056"/>
            <a:ext cx="3409782" cy="639334"/>
          </a:xfrm>
          <a:custGeom>
            <a:avLst/>
            <a:gdLst/>
            <a:ahLst/>
            <a:cxnLst/>
            <a:rect r="r" b="b" t="t" l="l"/>
            <a:pathLst>
              <a:path h="639334" w="3409782">
                <a:moveTo>
                  <a:pt x="0" y="0"/>
                </a:moveTo>
                <a:lnTo>
                  <a:pt x="3409782" y="0"/>
                </a:lnTo>
                <a:lnTo>
                  <a:pt x="3409782" y="639334"/>
                </a:lnTo>
                <a:lnTo>
                  <a:pt x="0" y="6393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789449" y="3643056"/>
            <a:ext cx="3409782" cy="639334"/>
          </a:xfrm>
          <a:custGeom>
            <a:avLst/>
            <a:gdLst/>
            <a:ahLst/>
            <a:cxnLst/>
            <a:rect r="r" b="b" t="t" l="l"/>
            <a:pathLst>
              <a:path h="639334" w="3409782">
                <a:moveTo>
                  <a:pt x="0" y="0"/>
                </a:moveTo>
                <a:lnTo>
                  <a:pt x="3409781" y="0"/>
                </a:lnTo>
                <a:lnTo>
                  <a:pt x="3409781" y="639334"/>
                </a:lnTo>
                <a:lnTo>
                  <a:pt x="0" y="6393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7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073427" y="1707087"/>
            <a:ext cx="8782288" cy="133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50"/>
              </a:lnSpc>
              <a:spcBef>
                <a:spcPct val="0"/>
              </a:spcBef>
            </a:pPr>
            <a:r>
              <a:rPr lang="en-US" sz="11281" spc="38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Comparison Table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2343" y="3717571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Advantages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34115" y="3727096"/>
            <a:ext cx="2788229" cy="42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3"/>
              </a:lnSpc>
              <a:spcBef>
                <a:spcPct val="0"/>
              </a:spcBef>
            </a:pPr>
            <a:r>
              <a:rPr lang="en-US" b="true" sz="2559" spc="87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Disadvantages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64474" y="3717571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Difficulties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00225" y="3717571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Benefits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3382" y="6679190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5" y="0"/>
                </a:lnTo>
                <a:lnTo>
                  <a:pt x="1763855" y="1606711"/>
                </a:lnTo>
                <a:lnTo>
                  <a:pt x="0" y="16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570704"/>
            <a:ext cx="5281592" cy="4695816"/>
          </a:xfrm>
          <a:custGeom>
            <a:avLst/>
            <a:gdLst/>
            <a:ahLst/>
            <a:cxnLst/>
            <a:rect r="r" b="b" t="t" l="l"/>
            <a:pathLst>
              <a:path h="4695816" w="5281592">
                <a:moveTo>
                  <a:pt x="0" y="0"/>
                </a:moveTo>
                <a:lnTo>
                  <a:pt x="5281592" y="0"/>
                </a:lnTo>
                <a:lnTo>
                  <a:pt x="5281592" y="4695816"/>
                </a:lnTo>
                <a:lnTo>
                  <a:pt x="0" y="4695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73881" y="6648917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4" y="0"/>
                </a:lnTo>
                <a:lnTo>
                  <a:pt x="1763854" y="1606712"/>
                </a:lnTo>
                <a:lnTo>
                  <a:pt x="0" y="16067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545" y="4570704"/>
            <a:ext cx="5281592" cy="4695816"/>
          </a:xfrm>
          <a:custGeom>
            <a:avLst/>
            <a:gdLst/>
            <a:ahLst/>
            <a:cxnLst/>
            <a:rect r="r" b="b" t="t" l="l"/>
            <a:pathLst>
              <a:path h="4695816" w="5281592">
                <a:moveTo>
                  <a:pt x="5281593" y="0"/>
                </a:moveTo>
                <a:lnTo>
                  <a:pt x="0" y="0"/>
                </a:lnTo>
                <a:lnTo>
                  <a:pt x="0" y="4695816"/>
                </a:lnTo>
                <a:lnTo>
                  <a:pt x="5281593" y="4695816"/>
                </a:lnTo>
                <a:lnTo>
                  <a:pt x="528159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982521" y="2222796"/>
            <a:ext cx="5281592" cy="4695816"/>
          </a:xfrm>
          <a:custGeom>
            <a:avLst/>
            <a:gdLst/>
            <a:ahLst/>
            <a:cxnLst/>
            <a:rect r="r" b="b" t="t" l="l"/>
            <a:pathLst>
              <a:path h="4695816" w="5281592">
                <a:moveTo>
                  <a:pt x="5281592" y="0"/>
                </a:moveTo>
                <a:lnTo>
                  <a:pt x="0" y="0"/>
                </a:lnTo>
                <a:lnTo>
                  <a:pt x="0" y="4695816"/>
                </a:lnTo>
                <a:lnTo>
                  <a:pt x="5281592" y="4695816"/>
                </a:lnTo>
                <a:lnTo>
                  <a:pt x="528159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8688" y="2987319"/>
            <a:ext cx="2546438" cy="593320"/>
          </a:xfrm>
          <a:custGeom>
            <a:avLst/>
            <a:gdLst/>
            <a:ahLst/>
            <a:cxnLst/>
            <a:rect r="r" b="b" t="t" l="l"/>
            <a:pathLst>
              <a:path h="593320" w="2546438">
                <a:moveTo>
                  <a:pt x="0" y="0"/>
                </a:moveTo>
                <a:lnTo>
                  <a:pt x="2546438" y="0"/>
                </a:lnTo>
                <a:lnTo>
                  <a:pt x="2546438" y="593320"/>
                </a:lnTo>
                <a:lnTo>
                  <a:pt x="0" y="5933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4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996313" y="3016192"/>
            <a:ext cx="2546438" cy="593320"/>
          </a:xfrm>
          <a:custGeom>
            <a:avLst/>
            <a:gdLst/>
            <a:ahLst/>
            <a:cxnLst/>
            <a:rect r="r" b="b" t="t" l="l"/>
            <a:pathLst>
              <a:path h="593320" w="2546438">
                <a:moveTo>
                  <a:pt x="0" y="0"/>
                </a:moveTo>
                <a:lnTo>
                  <a:pt x="2546438" y="0"/>
                </a:lnTo>
                <a:lnTo>
                  <a:pt x="2546438" y="593320"/>
                </a:lnTo>
                <a:lnTo>
                  <a:pt x="0" y="5933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4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019737" y="3045065"/>
            <a:ext cx="2546438" cy="593320"/>
          </a:xfrm>
          <a:custGeom>
            <a:avLst/>
            <a:gdLst/>
            <a:ahLst/>
            <a:cxnLst/>
            <a:rect r="r" b="b" t="t" l="l"/>
            <a:pathLst>
              <a:path h="593320" w="2546438">
                <a:moveTo>
                  <a:pt x="0" y="0"/>
                </a:moveTo>
                <a:lnTo>
                  <a:pt x="2546439" y="0"/>
                </a:lnTo>
                <a:lnTo>
                  <a:pt x="2546439" y="593320"/>
                </a:lnTo>
                <a:lnTo>
                  <a:pt x="0" y="5933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410352" y="2963993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4" y="0"/>
                </a:lnTo>
                <a:lnTo>
                  <a:pt x="1763854" y="1606711"/>
                </a:lnTo>
                <a:lnTo>
                  <a:pt x="0" y="16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71354" y="6270444"/>
            <a:ext cx="4873508" cy="3571875"/>
          </a:xfrm>
          <a:custGeom>
            <a:avLst/>
            <a:gdLst/>
            <a:ahLst/>
            <a:cxnLst/>
            <a:rect r="r" b="b" t="t" l="l"/>
            <a:pathLst>
              <a:path h="3571875" w="4873508">
                <a:moveTo>
                  <a:pt x="0" y="0"/>
                </a:moveTo>
                <a:lnTo>
                  <a:pt x="4873508" y="0"/>
                </a:lnTo>
                <a:lnTo>
                  <a:pt x="4873508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99724" y="1434755"/>
            <a:ext cx="8782288" cy="133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50"/>
              </a:lnSpc>
              <a:spcBef>
                <a:spcPct val="0"/>
              </a:spcBef>
            </a:pPr>
            <a:r>
              <a:rPr lang="en-US" sz="11281" spc="38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Venn diagram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2291" y="2815869"/>
            <a:ext cx="1259976" cy="155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05"/>
              </a:lnSpc>
              <a:spcBef>
                <a:spcPct val="0"/>
              </a:spcBef>
            </a:pPr>
            <a:r>
              <a:rPr lang="en-US" b="true" sz="9146" spc="31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80286" y="4735405"/>
            <a:ext cx="856609" cy="1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36"/>
              </a:lnSpc>
              <a:spcBef>
                <a:spcPct val="0"/>
              </a:spcBef>
            </a:pPr>
            <a:r>
              <a:rPr lang="en-US" b="true" sz="8097" spc="275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59891" y="4735405"/>
            <a:ext cx="856609" cy="1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36"/>
              </a:lnSpc>
              <a:spcBef>
                <a:spcPct val="0"/>
              </a:spcBef>
            </a:pPr>
            <a:r>
              <a:rPr lang="en-US" b="true" sz="8097" spc="275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99916" y="6676385"/>
            <a:ext cx="856609" cy="13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36"/>
              </a:lnSpc>
              <a:spcBef>
                <a:spcPct val="0"/>
              </a:spcBef>
            </a:pPr>
            <a:r>
              <a:rPr lang="en-US" b="true" sz="8097" spc="275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16500" y="6507740"/>
            <a:ext cx="967612" cy="155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05"/>
              </a:lnSpc>
              <a:spcBef>
                <a:spcPct val="0"/>
              </a:spcBef>
            </a:pPr>
            <a:r>
              <a:rPr lang="en-US" b="true" sz="9146" spc="31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31499" y="6507740"/>
            <a:ext cx="1053297" cy="155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05"/>
              </a:lnSpc>
              <a:spcBef>
                <a:spcPct val="0"/>
              </a:spcBef>
            </a:pPr>
            <a:r>
              <a:rPr lang="en-US" b="true" sz="9146" spc="31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7792" y="3067036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Circle 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96313" y="3095909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Circle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98842" y="3124782"/>
            <a:ext cx="2788229" cy="44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3"/>
              </a:lnSpc>
              <a:spcBef>
                <a:spcPct val="0"/>
              </a:spcBef>
            </a:pPr>
            <a:r>
              <a:rPr lang="en-US" b="true" sz="2659" spc="90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Circle 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9724" y="3962235"/>
            <a:ext cx="7410901" cy="162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8"/>
              </a:lnSpc>
              <a:spcBef>
                <a:spcPct val="0"/>
              </a:spcBef>
            </a:pPr>
            <a:r>
              <a:rPr lang="en-US" sz="2313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49544" y="2195412"/>
            <a:ext cx="5339836" cy="3646663"/>
          </a:xfrm>
          <a:custGeom>
            <a:avLst/>
            <a:gdLst/>
            <a:ahLst/>
            <a:cxnLst/>
            <a:rect r="r" b="b" t="t" l="l"/>
            <a:pathLst>
              <a:path h="3646663" w="5339836">
                <a:moveTo>
                  <a:pt x="0" y="0"/>
                </a:moveTo>
                <a:lnTo>
                  <a:pt x="5339836" y="0"/>
                </a:lnTo>
                <a:lnTo>
                  <a:pt x="5339836" y="3646663"/>
                </a:lnTo>
                <a:lnTo>
                  <a:pt x="0" y="3646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95729" y="4523438"/>
            <a:ext cx="5107542" cy="3488025"/>
          </a:xfrm>
          <a:custGeom>
            <a:avLst/>
            <a:gdLst/>
            <a:ahLst/>
            <a:cxnLst/>
            <a:rect r="r" b="b" t="t" l="l"/>
            <a:pathLst>
              <a:path h="3488025" w="5107542">
                <a:moveTo>
                  <a:pt x="0" y="0"/>
                </a:moveTo>
                <a:lnTo>
                  <a:pt x="5107542" y="0"/>
                </a:lnTo>
                <a:lnTo>
                  <a:pt x="5107542" y="3488026"/>
                </a:lnTo>
                <a:lnTo>
                  <a:pt x="0" y="348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1293145" y="4000397"/>
            <a:ext cx="5508082" cy="3761561"/>
          </a:xfrm>
          <a:custGeom>
            <a:avLst/>
            <a:gdLst/>
            <a:ahLst/>
            <a:cxnLst/>
            <a:rect r="r" b="b" t="t" l="l"/>
            <a:pathLst>
              <a:path h="3761561" w="5508082">
                <a:moveTo>
                  <a:pt x="5508083" y="0"/>
                </a:moveTo>
                <a:lnTo>
                  <a:pt x="0" y="0"/>
                </a:lnTo>
                <a:lnTo>
                  <a:pt x="0" y="3761561"/>
                </a:lnTo>
                <a:lnTo>
                  <a:pt x="5508083" y="3761561"/>
                </a:lnTo>
                <a:lnTo>
                  <a:pt x="550808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627500" y="5842075"/>
            <a:ext cx="4367025" cy="4580796"/>
          </a:xfrm>
          <a:custGeom>
            <a:avLst/>
            <a:gdLst/>
            <a:ahLst/>
            <a:cxnLst/>
            <a:rect r="r" b="b" t="t" l="l"/>
            <a:pathLst>
              <a:path h="4580796" w="4367025">
                <a:moveTo>
                  <a:pt x="0" y="0"/>
                </a:moveTo>
                <a:lnTo>
                  <a:pt x="4367025" y="0"/>
                </a:lnTo>
                <a:lnTo>
                  <a:pt x="4367025" y="4580795"/>
                </a:lnTo>
                <a:lnTo>
                  <a:pt x="0" y="45807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55215" y="3011568"/>
            <a:ext cx="2732958" cy="512430"/>
          </a:xfrm>
          <a:custGeom>
            <a:avLst/>
            <a:gdLst/>
            <a:ahLst/>
            <a:cxnLst/>
            <a:rect r="r" b="b" t="t" l="l"/>
            <a:pathLst>
              <a:path h="512430" w="2732958">
                <a:moveTo>
                  <a:pt x="0" y="0"/>
                </a:moveTo>
                <a:lnTo>
                  <a:pt x="2732957" y="0"/>
                </a:lnTo>
                <a:lnTo>
                  <a:pt x="2732957" y="512430"/>
                </a:lnTo>
                <a:lnTo>
                  <a:pt x="0" y="512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198710" y="5368748"/>
            <a:ext cx="2732958" cy="512430"/>
          </a:xfrm>
          <a:custGeom>
            <a:avLst/>
            <a:gdLst/>
            <a:ahLst/>
            <a:cxnLst/>
            <a:rect r="r" b="b" t="t" l="l"/>
            <a:pathLst>
              <a:path h="512430" w="2732958">
                <a:moveTo>
                  <a:pt x="0" y="0"/>
                </a:moveTo>
                <a:lnTo>
                  <a:pt x="2732958" y="0"/>
                </a:lnTo>
                <a:lnTo>
                  <a:pt x="2732958" y="512429"/>
                </a:lnTo>
                <a:lnTo>
                  <a:pt x="0" y="512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624032" y="4899580"/>
            <a:ext cx="2732958" cy="512430"/>
          </a:xfrm>
          <a:custGeom>
            <a:avLst/>
            <a:gdLst/>
            <a:ahLst/>
            <a:cxnLst/>
            <a:rect r="r" b="b" t="t" l="l"/>
            <a:pathLst>
              <a:path h="512430" w="2732958">
                <a:moveTo>
                  <a:pt x="0" y="0"/>
                </a:moveTo>
                <a:lnTo>
                  <a:pt x="2732957" y="0"/>
                </a:lnTo>
                <a:lnTo>
                  <a:pt x="2732957" y="512429"/>
                </a:lnTo>
                <a:lnTo>
                  <a:pt x="0" y="512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3154508"/>
            <a:ext cx="1436473" cy="1691778"/>
          </a:xfrm>
          <a:custGeom>
            <a:avLst/>
            <a:gdLst/>
            <a:ahLst/>
            <a:cxnLst/>
            <a:rect r="r" b="b" t="t" l="l"/>
            <a:pathLst>
              <a:path h="1691778" w="1436473">
                <a:moveTo>
                  <a:pt x="0" y="0"/>
                </a:moveTo>
                <a:lnTo>
                  <a:pt x="1436473" y="0"/>
                </a:lnTo>
                <a:lnTo>
                  <a:pt x="1436473" y="1691778"/>
                </a:lnTo>
                <a:lnTo>
                  <a:pt x="0" y="1691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22542" y="2578069"/>
            <a:ext cx="1231804" cy="1016798"/>
          </a:xfrm>
          <a:custGeom>
            <a:avLst/>
            <a:gdLst/>
            <a:ahLst/>
            <a:cxnLst/>
            <a:rect r="r" b="b" t="t" l="l"/>
            <a:pathLst>
              <a:path h="1016798" w="1231804">
                <a:moveTo>
                  <a:pt x="0" y="0"/>
                </a:moveTo>
                <a:lnTo>
                  <a:pt x="1231804" y="0"/>
                </a:lnTo>
                <a:lnTo>
                  <a:pt x="1231804" y="1016798"/>
                </a:lnTo>
                <a:lnTo>
                  <a:pt x="0" y="1016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90437">
            <a:off x="14187017" y="8120172"/>
            <a:ext cx="1223596" cy="1327372"/>
          </a:xfrm>
          <a:custGeom>
            <a:avLst/>
            <a:gdLst/>
            <a:ahLst/>
            <a:cxnLst/>
            <a:rect r="r" b="b" t="t" l="l"/>
            <a:pathLst>
              <a:path h="1327372" w="1223596">
                <a:moveTo>
                  <a:pt x="0" y="0"/>
                </a:moveTo>
                <a:lnTo>
                  <a:pt x="1223596" y="0"/>
                </a:lnTo>
                <a:lnTo>
                  <a:pt x="1223596" y="1327373"/>
                </a:lnTo>
                <a:lnTo>
                  <a:pt x="0" y="13273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89002" y="5813500"/>
            <a:ext cx="3720997" cy="163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1877" spc="-99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14323" y="5420091"/>
            <a:ext cx="3720997" cy="163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1877" spc="-99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54432" y="3487958"/>
            <a:ext cx="3720997" cy="163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1877" spc="-99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40254" y="1092348"/>
            <a:ext cx="8207493" cy="115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5"/>
              </a:lnSpc>
              <a:spcBef>
                <a:spcPct val="0"/>
              </a:spcBef>
            </a:pPr>
            <a:r>
              <a:rPr lang="en-US" sz="9787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Conceptual Map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9785" y="5354859"/>
            <a:ext cx="2550809" cy="41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6"/>
              </a:lnSpc>
              <a:spcBef>
                <a:spcPct val="0"/>
              </a:spcBef>
            </a:pPr>
            <a:r>
              <a:rPr lang="en-US" b="true" sz="2433" spc="82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Concept 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5106" y="4961451"/>
            <a:ext cx="2550809" cy="41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6"/>
              </a:lnSpc>
              <a:spcBef>
                <a:spcPct val="0"/>
              </a:spcBef>
            </a:pPr>
            <a:r>
              <a:rPr lang="en-US" b="true" sz="2433" spc="82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Concept 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55215" y="3029318"/>
            <a:ext cx="2550809" cy="41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6"/>
              </a:lnSpc>
              <a:spcBef>
                <a:spcPct val="0"/>
              </a:spcBef>
            </a:pPr>
            <a:r>
              <a:rPr lang="en-US" b="true" sz="2433" spc="82">
                <a:solidFill>
                  <a:srgbClr val="000102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Concept 02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5407" y="3403220"/>
            <a:ext cx="15937641" cy="4533477"/>
            <a:chOff x="0" y="0"/>
            <a:chExt cx="15868807" cy="45138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" y="-282"/>
              <a:ext cx="15863726" cy="4509099"/>
            </a:xfrm>
            <a:custGeom>
              <a:avLst/>
              <a:gdLst/>
              <a:ahLst/>
              <a:cxnLst/>
              <a:rect r="r" b="b" t="t" l="l"/>
              <a:pathLst>
                <a:path h="4509099" w="15863726">
                  <a:moveTo>
                    <a:pt x="15862456" y="3714079"/>
                  </a:moveTo>
                  <a:cubicBezTo>
                    <a:pt x="15861187" y="3548979"/>
                    <a:pt x="15864997" y="3422152"/>
                    <a:pt x="15854837" y="3332944"/>
                  </a:cubicBezTo>
                  <a:cubicBezTo>
                    <a:pt x="15863726" y="3311186"/>
                    <a:pt x="15854837" y="3231406"/>
                    <a:pt x="15863726" y="3196593"/>
                  </a:cubicBezTo>
                  <a:cubicBezTo>
                    <a:pt x="15859917" y="3171934"/>
                    <a:pt x="15861187" y="3147274"/>
                    <a:pt x="15854837" y="3138571"/>
                  </a:cubicBezTo>
                  <a:lnTo>
                    <a:pt x="15854837" y="3114637"/>
                  </a:lnTo>
                  <a:cubicBezTo>
                    <a:pt x="15857376" y="2856441"/>
                    <a:pt x="15858647" y="2606947"/>
                    <a:pt x="15852297" y="2348026"/>
                  </a:cubicBezTo>
                  <a:cubicBezTo>
                    <a:pt x="15852297" y="2275498"/>
                    <a:pt x="15851026" y="2203697"/>
                    <a:pt x="15851026" y="2131169"/>
                  </a:cubicBezTo>
                  <a:cubicBezTo>
                    <a:pt x="15848487" y="2112312"/>
                    <a:pt x="15847217" y="2092730"/>
                    <a:pt x="15845947" y="2072422"/>
                  </a:cubicBezTo>
                  <a:cubicBezTo>
                    <a:pt x="15844676" y="1982489"/>
                    <a:pt x="15847217" y="1896182"/>
                    <a:pt x="15847217" y="1810599"/>
                  </a:cubicBezTo>
                  <a:cubicBezTo>
                    <a:pt x="15849756" y="1739523"/>
                    <a:pt x="15851026" y="1666271"/>
                    <a:pt x="15848487" y="1593743"/>
                  </a:cubicBezTo>
                  <a:cubicBezTo>
                    <a:pt x="15848487" y="1592293"/>
                    <a:pt x="15849756" y="1593018"/>
                    <a:pt x="15849756" y="1593743"/>
                  </a:cubicBezTo>
                  <a:cubicBezTo>
                    <a:pt x="15845947" y="1532095"/>
                    <a:pt x="15843406" y="1442887"/>
                    <a:pt x="15845947" y="1369635"/>
                  </a:cubicBezTo>
                  <a:lnTo>
                    <a:pt x="15840867" y="1327569"/>
                  </a:lnTo>
                  <a:lnTo>
                    <a:pt x="15840867" y="1209350"/>
                  </a:lnTo>
                  <a:cubicBezTo>
                    <a:pt x="15843406" y="1101284"/>
                    <a:pt x="15845947" y="964212"/>
                    <a:pt x="15845947" y="773712"/>
                  </a:cubicBezTo>
                  <a:cubicBezTo>
                    <a:pt x="15845947" y="538762"/>
                    <a:pt x="15845947" y="301272"/>
                    <a:pt x="15847217" y="65052"/>
                  </a:cubicBezTo>
                  <a:lnTo>
                    <a:pt x="15847217" y="7902"/>
                  </a:lnTo>
                  <a:lnTo>
                    <a:pt x="15806576" y="7902"/>
                  </a:lnTo>
                  <a:lnTo>
                    <a:pt x="15806576" y="42192"/>
                  </a:lnTo>
                  <a:lnTo>
                    <a:pt x="15812926" y="42192"/>
                  </a:lnTo>
                  <a:lnTo>
                    <a:pt x="15812926" y="65052"/>
                  </a:lnTo>
                  <a:cubicBezTo>
                    <a:pt x="15812926" y="90452"/>
                    <a:pt x="15814197" y="117122"/>
                    <a:pt x="15814197" y="143792"/>
                  </a:cubicBezTo>
                  <a:cubicBezTo>
                    <a:pt x="15814197" y="181892"/>
                    <a:pt x="15814197" y="221262"/>
                    <a:pt x="15815467" y="260632"/>
                  </a:cubicBezTo>
                  <a:lnTo>
                    <a:pt x="15815467" y="498122"/>
                  </a:lnTo>
                  <a:cubicBezTo>
                    <a:pt x="15815467" y="651792"/>
                    <a:pt x="15816737" y="805462"/>
                    <a:pt x="15821817" y="955322"/>
                  </a:cubicBezTo>
                  <a:lnTo>
                    <a:pt x="15816737" y="945162"/>
                  </a:lnTo>
                  <a:cubicBezTo>
                    <a:pt x="15819276" y="983262"/>
                    <a:pt x="15819276" y="1023902"/>
                    <a:pt x="15820547" y="1050515"/>
                  </a:cubicBezTo>
                  <a:cubicBezTo>
                    <a:pt x="15820547" y="1063570"/>
                    <a:pt x="15821817" y="1076625"/>
                    <a:pt x="15821817" y="1090405"/>
                  </a:cubicBezTo>
                  <a:cubicBezTo>
                    <a:pt x="15823087" y="1173086"/>
                    <a:pt x="15818006" y="1259393"/>
                    <a:pt x="15821817" y="1342074"/>
                  </a:cubicBezTo>
                  <a:lnTo>
                    <a:pt x="15819276" y="1334096"/>
                  </a:lnTo>
                  <a:cubicBezTo>
                    <a:pt x="15818006" y="1450865"/>
                    <a:pt x="15819276" y="1564007"/>
                    <a:pt x="15820547" y="1675699"/>
                  </a:cubicBezTo>
                  <a:cubicBezTo>
                    <a:pt x="15820547" y="1728644"/>
                    <a:pt x="15819276" y="1781589"/>
                    <a:pt x="15820547" y="1834533"/>
                  </a:cubicBezTo>
                  <a:cubicBezTo>
                    <a:pt x="15819276" y="1951302"/>
                    <a:pt x="15823087" y="2029631"/>
                    <a:pt x="15823087" y="2147125"/>
                  </a:cubicBezTo>
                  <a:lnTo>
                    <a:pt x="15818006" y="2150026"/>
                  </a:lnTo>
                  <a:cubicBezTo>
                    <a:pt x="15835787" y="2347300"/>
                    <a:pt x="15802767" y="2564156"/>
                    <a:pt x="15821817" y="2769408"/>
                  </a:cubicBezTo>
                  <a:lnTo>
                    <a:pt x="15815467" y="2754903"/>
                  </a:lnTo>
                  <a:cubicBezTo>
                    <a:pt x="15825626" y="2786815"/>
                    <a:pt x="15811656" y="2878924"/>
                    <a:pt x="15828167" y="2867320"/>
                  </a:cubicBezTo>
                  <a:lnTo>
                    <a:pt x="15823087" y="2903583"/>
                  </a:lnTo>
                  <a:cubicBezTo>
                    <a:pt x="15844676" y="3042835"/>
                    <a:pt x="15812926" y="3157428"/>
                    <a:pt x="15826897" y="3328592"/>
                  </a:cubicBezTo>
                  <a:lnTo>
                    <a:pt x="15823087" y="3317713"/>
                  </a:lnTo>
                  <a:cubicBezTo>
                    <a:pt x="15825626" y="3363405"/>
                    <a:pt x="15828167" y="3416350"/>
                    <a:pt x="15824356" y="3449713"/>
                  </a:cubicBezTo>
                  <a:cubicBezTo>
                    <a:pt x="15824356" y="3444636"/>
                    <a:pt x="15823087" y="3446812"/>
                    <a:pt x="15821817" y="3435932"/>
                  </a:cubicBezTo>
                  <a:cubicBezTo>
                    <a:pt x="15806576" y="3649309"/>
                    <a:pt x="15823087" y="3927439"/>
                    <a:pt x="15823087" y="4191599"/>
                  </a:cubicBezTo>
                  <a:lnTo>
                    <a:pt x="15815467" y="4161119"/>
                  </a:lnTo>
                  <a:cubicBezTo>
                    <a:pt x="15818006" y="4199219"/>
                    <a:pt x="15819276" y="4248749"/>
                    <a:pt x="15819276" y="4302089"/>
                  </a:cubicBezTo>
                  <a:lnTo>
                    <a:pt x="15819276" y="4463379"/>
                  </a:lnTo>
                  <a:cubicBezTo>
                    <a:pt x="15815467" y="4463379"/>
                    <a:pt x="15812926" y="4462109"/>
                    <a:pt x="15807847" y="4462109"/>
                  </a:cubicBezTo>
                  <a:lnTo>
                    <a:pt x="15805306" y="4463379"/>
                  </a:lnTo>
                  <a:lnTo>
                    <a:pt x="15793876" y="4468459"/>
                  </a:lnTo>
                  <a:lnTo>
                    <a:pt x="15786256" y="4468459"/>
                  </a:lnTo>
                  <a:cubicBezTo>
                    <a:pt x="15765937" y="4463379"/>
                    <a:pt x="15769747" y="4465919"/>
                    <a:pt x="15760856" y="4460839"/>
                  </a:cubicBezTo>
                  <a:cubicBezTo>
                    <a:pt x="15656717" y="4459569"/>
                    <a:pt x="15642747" y="4449409"/>
                    <a:pt x="15569087" y="4444329"/>
                  </a:cubicBezTo>
                  <a:cubicBezTo>
                    <a:pt x="15569087" y="4444329"/>
                    <a:pt x="15570356" y="4444329"/>
                    <a:pt x="15569087" y="4445599"/>
                  </a:cubicBezTo>
                  <a:cubicBezTo>
                    <a:pt x="15518287" y="4454489"/>
                    <a:pt x="15448437" y="4449409"/>
                    <a:pt x="15407797" y="4448139"/>
                  </a:cubicBezTo>
                  <a:lnTo>
                    <a:pt x="15391287" y="4444329"/>
                  </a:lnTo>
                  <a:cubicBezTo>
                    <a:pt x="15367156" y="4435439"/>
                    <a:pt x="15273176" y="4460839"/>
                    <a:pt x="15304926" y="4446869"/>
                  </a:cubicBezTo>
                  <a:cubicBezTo>
                    <a:pt x="15094106" y="4450679"/>
                    <a:pt x="14852806" y="4450679"/>
                    <a:pt x="14127863" y="4450679"/>
                  </a:cubicBezTo>
                  <a:cubicBezTo>
                    <a:pt x="14021621" y="4457029"/>
                    <a:pt x="13547621" y="4450679"/>
                    <a:pt x="13715156" y="4460839"/>
                  </a:cubicBezTo>
                  <a:cubicBezTo>
                    <a:pt x="13527190" y="4448139"/>
                    <a:pt x="12963292" y="4445599"/>
                    <a:pt x="12754895" y="4445599"/>
                  </a:cubicBezTo>
                  <a:cubicBezTo>
                    <a:pt x="12763068" y="4444329"/>
                    <a:pt x="12771240" y="4443059"/>
                    <a:pt x="12803931" y="4443059"/>
                  </a:cubicBezTo>
                  <a:cubicBezTo>
                    <a:pt x="12399395" y="4426549"/>
                    <a:pt x="12321756" y="4458299"/>
                    <a:pt x="11941738" y="4437979"/>
                  </a:cubicBezTo>
                  <a:cubicBezTo>
                    <a:pt x="11880445" y="4451949"/>
                    <a:pt x="11251169" y="4434169"/>
                    <a:pt x="11034598" y="4449409"/>
                  </a:cubicBezTo>
                  <a:cubicBezTo>
                    <a:pt x="10989651" y="4446869"/>
                    <a:pt x="10973305" y="4443059"/>
                    <a:pt x="10989651" y="4441789"/>
                  </a:cubicBezTo>
                  <a:cubicBezTo>
                    <a:pt x="10303166" y="4439249"/>
                    <a:pt x="9547216" y="4437979"/>
                    <a:pt x="8971060" y="4435439"/>
                  </a:cubicBezTo>
                  <a:cubicBezTo>
                    <a:pt x="8476629" y="4448139"/>
                    <a:pt x="7773800" y="4430359"/>
                    <a:pt x="7344747" y="4446869"/>
                  </a:cubicBezTo>
                  <a:cubicBezTo>
                    <a:pt x="6993332" y="4443059"/>
                    <a:pt x="6421262" y="4436709"/>
                    <a:pt x="5930916" y="4443059"/>
                  </a:cubicBezTo>
                  <a:lnTo>
                    <a:pt x="5979951" y="4440519"/>
                  </a:lnTo>
                  <a:cubicBezTo>
                    <a:pt x="5424226" y="4441789"/>
                    <a:pt x="4729569" y="4441789"/>
                    <a:pt x="4349551" y="4453219"/>
                  </a:cubicBezTo>
                  <a:cubicBezTo>
                    <a:pt x="4186102" y="4436709"/>
                    <a:pt x="3945016" y="4440519"/>
                    <a:pt x="3703929" y="4435439"/>
                  </a:cubicBezTo>
                  <a:cubicBezTo>
                    <a:pt x="3332084" y="4443059"/>
                    <a:pt x="2584306" y="4440519"/>
                    <a:pt x="2016322" y="4448139"/>
                  </a:cubicBezTo>
                  <a:cubicBezTo>
                    <a:pt x="1930512" y="4440519"/>
                    <a:pt x="1550494" y="4451949"/>
                    <a:pt x="1521890" y="4440519"/>
                  </a:cubicBezTo>
                  <a:cubicBezTo>
                    <a:pt x="1004570" y="4448139"/>
                    <a:pt x="814070" y="4451949"/>
                    <a:pt x="617220" y="4453219"/>
                  </a:cubicBezTo>
                  <a:lnTo>
                    <a:pt x="318770" y="4453219"/>
                  </a:lnTo>
                  <a:lnTo>
                    <a:pt x="168910" y="4451949"/>
                  </a:lnTo>
                  <a:lnTo>
                    <a:pt x="93980" y="4450679"/>
                  </a:lnTo>
                  <a:lnTo>
                    <a:pt x="58420" y="4450679"/>
                  </a:lnTo>
                  <a:lnTo>
                    <a:pt x="45720" y="4449409"/>
                  </a:lnTo>
                  <a:lnTo>
                    <a:pt x="48260" y="4449409"/>
                  </a:lnTo>
                  <a:cubicBezTo>
                    <a:pt x="52070" y="4307169"/>
                    <a:pt x="55880" y="4167469"/>
                    <a:pt x="58420" y="4032849"/>
                  </a:cubicBezTo>
                  <a:cubicBezTo>
                    <a:pt x="55880" y="4008719"/>
                    <a:pt x="53340" y="3984589"/>
                    <a:pt x="49530" y="3959189"/>
                  </a:cubicBezTo>
                  <a:cubicBezTo>
                    <a:pt x="46990" y="3794089"/>
                    <a:pt x="45720" y="3611209"/>
                    <a:pt x="45720" y="3451888"/>
                  </a:cubicBezTo>
                  <a:cubicBezTo>
                    <a:pt x="46990" y="3427955"/>
                    <a:pt x="48260" y="3403295"/>
                    <a:pt x="45720" y="3377911"/>
                  </a:cubicBezTo>
                  <a:lnTo>
                    <a:pt x="45720" y="3361955"/>
                  </a:lnTo>
                  <a:lnTo>
                    <a:pt x="48260" y="3358329"/>
                  </a:lnTo>
                  <a:lnTo>
                    <a:pt x="49530" y="3319164"/>
                  </a:lnTo>
                  <a:cubicBezTo>
                    <a:pt x="50800" y="3319889"/>
                    <a:pt x="53340" y="3319889"/>
                    <a:pt x="54610" y="3322790"/>
                  </a:cubicBezTo>
                  <a:lnTo>
                    <a:pt x="54610" y="3330768"/>
                  </a:lnTo>
                  <a:lnTo>
                    <a:pt x="54610" y="3323516"/>
                  </a:lnTo>
                  <a:cubicBezTo>
                    <a:pt x="55880" y="3325691"/>
                    <a:pt x="57150" y="3328592"/>
                    <a:pt x="57150" y="3332944"/>
                  </a:cubicBezTo>
                  <a:lnTo>
                    <a:pt x="57150" y="3128417"/>
                  </a:lnTo>
                  <a:cubicBezTo>
                    <a:pt x="58420" y="3129868"/>
                    <a:pt x="59690" y="3131319"/>
                    <a:pt x="58420" y="3136395"/>
                  </a:cubicBezTo>
                  <a:cubicBezTo>
                    <a:pt x="69850" y="3084176"/>
                    <a:pt x="57150" y="3062418"/>
                    <a:pt x="57150" y="3029055"/>
                  </a:cubicBezTo>
                  <a:lnTo>
                    <a:pt x="57150" y="3022528"/>
                  </a:lnTo>
                  <a:cubicBezTo>
                    <a:pt x="57150" y="3010923"/>
                    <a:pt x="59690" y="2998594"/>
                    <a:pt x="63500" y="2982638"/>
                  </a:cubicBezTo>
                  <a:cubicBezTo>
                    <a:pt x="50800" y="2973209"/>
                    <a:pt x="64770" y="2876023"/>
                    <a:pt x="54610" y="2831056"/>
                  </a:cubicBezTo>
                  <a:lnTo>
                    <a:pt x="54610" y="2815100"/>
                  </a:lnTo>
                  <a:cubicBezTo>
                    <a:pt x="57150" y="2812199"/>
                    <a:pt x="58420" y="2810749"/>
                    <a:pt x="59690" y="2812924"/>
                  </a:cubicBezTo>
                  <a:cubicBezTo>
                    <a:pt x="62230" y="2691079"/>
                    <a:pt x="63500" y="2556178"/>
                    <a:pt x="66040" y="2452465"/>
                  </a:cubicBezTo>
                  <a:cubicBezTo>
                    <a:pt x="53340" y="2363982"/>
                    <a:pt x="71120" y="2238510"/>
                    <a:pt x="54610" y="2163081"/>
                  </a:cubicBezTo>
                  <a:cubicBezTo>
                    <a:pt x="58420" y="2099983"/>
                    <a:pt x="64770" y="1998445"/>
                    <a:pt x="58420" y="1910687"/>
                  </a:cubicBezTo>
                  <a:lnTo>
                    <a:pt x="60960" y="1919390"/>
                  </a:lnTo>
                  <a:cubicBezTo>
                    <a:pt x="59690" y="1820028"/>
                    <a:pt x="59690" y="1696732"/>
                    <a:pt x="48260" y="1628556"/>
                  </a:cubicBezTo>
                  <a:cubicBezTo>
                    <a:pt x="64770" y="1599546"/>
                    <a:pt x="60960" y="1556755"/>
                    <a:pt x="66040" y="1513964"/>
                  </a:cubicBezTo>
                  <a:cubicBezTo>
                    <a:pt x="58420" y="1447964"/>
                    <a:pt x="60960" y="1314514"/>
                    <a:pt x="53340" y="1213701"/>
                  </a:cubicBezTo>
                  <a:cubicBezTo>
                    <a:pt x="60960" y="1198471"/>
                    <a:pt x="50800" y="1130295"/>
                    <a:pt x="60960" y="1125218"/>
                  </a:cubicBezTo>
                  <a:cubicBezTo>
                    <a:pt x="53340" y="1018822"/>
                    <a:pt x="49530" y="827052"/>
                    <a:pt x="48260" y="628932"/>
                  </a:cubicBezTo>
                  <a:lnTo>
                    <a:pt x="48260" y="329212"/>
                  </a:lnTo>
                  <a:lnTo>
                    <a:pt x="49530" y="179352"/>
                  </a:lnTo>
                  <a:lnTo>
                    <a:pt x="50800" y="104422"/>
                  </a:lnTo>
                  <a:lnTo>
                    <a:pt x="50800" y="68862"/>
                  </a:lnTo>
                  <a:lnTo>
                    <a:pt x="52070" y="56162"/>
                  </a:lnTo>
                  <a:lnTo>
                    <a:pt x="64770" y="56162"/>
                  </a:lnTo>
                  <a:cubicBezTo>
                    <a:pt x="210820" y="59972"/>
                    <a:pt x="354330" y="63782"/>
                    <a:pt x="492760" y="67592"/>
                  </a:cubicBezTo>
                  <a:cubicBezTo>
                    <a:pt x="558800" y="61242"/>
                    <a:pt x="633730" y="48542"/>
                    <a:pt x="701040" y="40922"/>
                  </a:cubicBezTo>
                  <a:cubicBezTo>
                    <a:pt x="707390" y="42192"/>
                    <a:pt x="707390" y="43462"/>
                    <a:pt x="692150" y="43462"/>
                  </a:cubicBezTo>
                  <a:cubicBezTo>
                    <a:pt x="788670" y="40922"/>
                    <a:pt x="877570" y="52352"/>
                    <a:pt x="974090" y="49812"/>
                  </a:cubicBezTo>
                  <a:cubicBezTo>
                    <a:pt x="972820" y="51082"/>
                    <a:pt x="972820" y="51082"/>
                    <a:pt x="957580" y="53622"/>
                  </a:cubicBezTo>
                  <a:cubicBezTo>
                    <a:pt x="1092838" y="48542"/>
                    <a:pt x="1399304" y="62512"/>
                    <a:pt x="1742546" y="53622"/>
                  </a:cubicBezTo>
                  <a:lnTo>
                    <a:pt x="1762977" y="56162"/>
                  </a:lnTo>
                  <a:lnTo>
                    <a:pt x="1979546" y="52352"/>
                  </a:lnTo>
                  <a:cubicBezTo>
                    <a:pt x="1975460" y="54892"/>
                    <a:pt x="1967288" y="59972"/>
                    <a:pt x="1901908" y="59972"/>
                  </a:cubicBezTo>
                  <a:cubicBezTo>
                    <a:pt x="4541603" y="63782"/>
                    <a:pt x="7263022" y="46002"/>
                    <a:pt x="9972182" y="48542"/>
                  </a:cubicBezTo>
                  <a:lnTo>
                    <a:pt x="9870027" y="52352"/>
                  </a:lnTo>
                  <a:lnTo>
                    <a:pt x="10397149" y="46002"/>
                  </a:lnTo>
                  <a:cubicBezTo>
                    <a:pt x="10393063" y="47272"/>
                    <a:pt x="10368546" y="48542"/>
                    <a:pt x="10344028" y="49812"/>
                  </a:cubicBezTo>
                  <a:cubicBezTo>
                    <a:pt x="11018254" y="56162"/>
                    <a:pt x="11716997" y="46002"/>
                    <a:pt x="12370791" y="47272"/>
                  </a:cubicBezTo>
                  <a:cubicBezTo>
                    <a:pt x="12366705" y="48542"/>
                    <a:pt x="12268636" y="52352"/>
                    <a:pt x="12358531" y="54892"/>
                  </a:cubicBezTo>
                  <a:cubicBezTo>
                    <a:pt x="12844792" y="44732"/>
                    <a:pt x="13138999" y="67592"/>
                    <a:pt x="13380085" y="47272"/>
                  </a:cubicBezTo>
                  <a:cubicBezTo>
                    <a:pt x="13404603" y="48542"/>
                    <a:pt x="13416863" y="52352"/>
                    <a:pt x="13367827" y="54892"/>
                  </a:cubicBezTo>
                  <a:cubicBezTo>
                    <a:pt x="14720365" y="48542"/>
                    <a:pt x="15232537" y="48542"/>
                    <a:pt x="15655447" y="52352"/>
                  </a:cubicBezTo>
                  <a:cubicBezTo>
                    <a:pt x="15703706" y="49812"/>
                    <a:pt x="15754506" y="48542"/>
                    <a:pt x="15805306" y="46002"/>
                  </a:cubicBezTo>
                  <a:lnTo>
                    <a:pt x="15805306" y="10442"/>
                  </a:lnTo>
                  <a:cubicBezTo>
                    <a:pt x="15527176" y="9172"/>
                    <a:pt x="15247776" y="9172"/>
                    <a:pt x="14968376" y="7902"/>
                  </a:cubicBezTo>
                  <a:cubicBezTo>
                    <a:pt x="12391222" y="2822"/>
                    <a:pt x="9882286" y="-9878"/>
                    <a:pt x="7091402" y="14252"/>
                  </a:cubicBezTo>
                  <a:cubicBezTo>
                    <a:pt x="7095488" y="12982"/>
                    <a:pt x="7070970" y="11712"/>
                    <a:pt x="7144523" y="10442"/>
                  </a:cubicBezTo>
                  <a:cubicBezTo>
                    <a:pt x="6339538" y="14252"/>
                    <a:pt x="5608105" y="7902"/>
                    <a:pt x="4848070" y="11712"/>
                  </a:cubicBezTo>
                  <a:lnTo>
                    <a:pt x="4852155" y="10442"/>
                  </a:lnTo>
                  <a:cubicBezTo>
                    <a:pt x="2980669" y="24412"/>
                    <a:pt x="1002030" y="7902"/>
                    <a:pt x="438150" y="23142"/>
                  </a:cubicBezTo>
                  <a:lnTo>
                    <a:pt x="19050" y="23142"/>
                  </a:lnTo>
                  <a:lnTo>
                    <a:pt x="19050" y="68862"/>
                  </a:lnTo>
                  <a:cubicBezTo>
                    <a:pt x="19050" y="203482"/>
                    <a:pt x="20320" y="340642"/>
                    <a:pt x="20320" y="479072"/>
                  </a:cubicBezTo>
                  <a:cubicBezTo>
                    <a:pt x="7620" y="941352"/>
                    <a:pt x="11430" y="1240536"/>
                    <a:pt x="20320" y="1503084"/>
                  </a:cubicBezTo>
                  <a:cubicBezTo>
                    <a:pt x="26670" y="1827281"/>
                    <a:pt x="8890" y="2141323"/>
                    <a:pt x="13970" y="2464794"/>
                  </a:cubicBezTo>
                  <a:cubicBezTo>
                    <a:pt x="7620" y="2712112"/>
                    <a:pt x="21590" y="2968858"/>
                    <a:pt x="25400" y="3223428"/>
                  </a:cubicBezTo>
                  <a:cubicBezTo>
                    <a:pt x="20320" y="3318438"/>
                    <a:pt x="13970" y="3416350"/>
                    <a:pt x="15240" y="3537549"/>
                  </a:cubicBezTo>
                  <a:lnTo>
                    <a:pt x="19050" y="3524849"/>
                  </a:lnTo>
                  <a:cubicBezTo>
                    <a:pt x="13970" y="3574379"/>
                    <a:pt x="15240" y="3628989"/>
                    <a:pt x="19050" y="3681059"/>
                  </a:cubicBezTo>
                  <a:cubicBezTo>
                    <a:pt x="17780" y="3742019"/>
                    <a:pt x="17780" y="3804249"/>
                    <a:pt x="19050" y="3866479"/>
                  </a:cubicBezTo>
                  <a:cubicBezTo>
                    <a:pt x="19050" y="3867749"/>
                    <a:pt x="19050" y="3870289"/>
                    <a:pt x="17780" y="3871559"/>
                  </a:cubicBezTo>
                  <a:lnTo>
                    <a:pt x="16510" y="3858859"/>
                  </a:lnTo>
                  <a:cubicBezTo>
                    <a:pt x="12700" y="3882989"/>
                    <a:pt x="15240" y="3910929"/>
                    <a:pt x="19050" y="3938869"/>
                  </a:cubicBezTo>
                  <a:cubicBezTo>
                    <a:pt x="19050" y="3962999"/>
                    <a:pt x="20320" y="3985859"/>
                    <a:pt x="20320" y="4009989"/>
                  </a:cubicBezTo>
                  <a:lnTo>
                    <a:pt x="24130" y="4205569"/>
                  </a:lnTo>
                  <a:cubicBezTo>
                    <a:pt x="21590" y="4255099"/>
                    <a:pt x="34290" y="4378289"/>
                    <a:pt x="15240" y="4382099"/>
                  </a:cubicBezTo>
                  <a:cubicBezTo>
                    <a:pt x="15240" y="4338919"/>
                    <a:pt x="6350" y="4449409"/>
                    <a:pt x="1270" y="4352889"/>
                  </a:cubicBezTo>
                  <a:cubicBezTo>
                    <a:pt x="0" y="4364319"/>
                    <a:pt x="0" y="4392259"/>
                    <a:pt x="0" y="4421469"/>
                  </a:cubicBezTo>
                  <a:cubicBezTo>
                    <a:pt x="0" y="4430359"/>
                    <a:pt x="1270" y="4439249"/>
                    <a:pt x="1270" y="4446869"/>
                  </a:cubicBezTo>
                  <a:cubicBezTo>
                    <a:pt x="2540" y="4464649"/>
                    <a:pt x="5080" y="4477349"/>
                    <a:pt x="7620" y="4473539"/>
                  </a:cubicBezTo>
                  <a:cubicBezTo>
                    <a:pt x="17780" y="4483699"/>
                    <a:pt x="25400" y="4528149"/>
                    <a:pt x="33020" y="4467189"/>
                  </a:cubicBezTo>
                  <a:lnTo>
                    <a:pt x="60960" y="4467189"/>
                  </a:lnTo>
                  <a:cubicBezTo>
                    <a:pt x="91440" y="4467189"/>
                    <a:pt x="121920" y="4467189"/>
                    <a:pt x="152400" y="4468459"/>
                  </a:cubicBezTo>
                  <a:cubicBezTo>
                    <a:pt x="194310" y="4469729"/>
                    <a:pt x="234950" y="4470999"/>
                    <a:pt x="273050" y="4472269"/>
                  </a:cubicBezTo>
                  <a:cubicBezTo>
                    <a:pt x="991870" y="4498939"/>
                    <a:pt x="3152291" y="4482429"/>
                    <a:pt x="5465088" y="4465919"/>
                  </a:cubicBezTo>
                  <a:cubicBezTo>
                    <a:pt x="7426471" y="4474809"/>
                    <a:pt x="9387855" y="4454489"/>
                    <a:pt x="11296117" y="4467189"/>
                  </a:cubicBezTo>
                  <a:cubicBezTo>
                    <a:pt x="10241873" y="4469729"/>
                    <a:pt x="9199888" y="4474809"/>
                    <a:pt x="8112956" y="4478619"/>
                  </a:cubicBezTo>
                  <a:cubicBezTo>
                    <a:pt x="8137472" y="4477349"/>
                    <a:pt x="8149731" y="4476079"/>
                    <a:pt x="8174249" y="4474809"/>
                  </a:cubicBezTo>
                  <a:cubicBezTo>
                    <a:pt x="8092524" y="4477349"/>
                    <a:pt x="8002627" y="4481159"/>
                    <a:pt x="7908645" y="4479889"/>
                  </a:cubicBezTo>
                  <a:cubicBezTo>
                    <a:pt x="7884127" y="4478619"/>
                    <a:pt x="7933161" y="4477349"/>
                    <a:pt x="7965851" y="4476079"/>
                  </a:cubicBezTo>
                  <a:cubicBezTo>
                    <a:pt x="7606264" y="4465919"/>
                    <a:pt x="6915694" y="4482429"/>
                    <a:pt x="6690953" y="4474809"/>
                  </a:cubicBezTo>
                  <a:cubicBezTo>
                    <a:pt x="6588797" y="4476079"/>
                    <a:pt x="6543848" y="4479889"/>
                    <a:pt x="6601056" y="4483699"/>
                  </a:cubicBezTo>
                  <a:cubicBezTo>
                    <a:pt x="5277122" y="4486239"/>
                    <a:pt x="3859205" y="4488779"/>
                    <a:pt x="2506668" y="4496399"/>
                  </a:cubicBezTo>
                  <a:cubicBezTo>
                    <a:pt x="2441289" y="4495129"/>
                    <a:pt x="2429030" y="4492589"/>
                    <a:pt x="2449461" y="4488779"/>
                  </a:cubicBezTo>
                  <a:cubicBezTo>
                    <a:pt x="1297149" y="4505289"/>
                    <a:pt x="735330" y="4498939"/>
                    <a:pt x="368300" y="4496399"/>
                  </a:cubicBezTo>
                  <a:cubicBezTo>
                    <a:pt x="354330" y="4500209"/>
                    <a:pt x="405130" y="4501479"/>
                    <a:pt x="369570" y="4505289"/>
                  </a:cubicBezTo>
                  <a:cubicBezTo>
                    <a:pt x="487680" y="4510369"/>
                    <a:pt x="585470" y="4495129"/>
                    <a:pt x="692150" y="4502749"/>
                  </a:cubicBezTo>
                  <a:lnTo>
                    <a:pt x="678180" y="4506559"/>
                  </a:lnTo>
                  <a:cubicBezTo>
                    <a:pt x="755650" y="4509099"/>
                    <a:pt x="693420" y="4496399"/>
                    <a:pt x="774700" y="4501479"/>
                  </a:cubicBezTo>
                  <a:cubicBezTo>
                    <a:pt x="806450" y="4505289"/>
                    <a:pt x="767080" y="4506559"/>
                    <a:pt x="781050" y="4507829"/>
                  </a:cubicBezTo>
                  <a:cubicBezTo>
                    <a:pt x="946150" y="4506559"/>
                    <a:pt x="1321666" y="4510369"/>
                    <a:pt x="1824270" y="4500209"/>
                  </a:cubicBezTo>
                  <a:cubicBezTo>
                    <a:pt x="1946857" y="4509099"/>
                    <a:pt x="2396340" y="4500209"/>
                    <a:pt x="2592479" y="4509099"/>
                  </a:cubicBezTo>
                  <a:cubicBezTo>
                    <a:pt x="2731410" y="4505289"/>
                    <a:pt x="2866255" y="4506559"/>
                    <a:pt x="2919376" y="4500209"/>
                  </a:cubicBezTo>
                  <a:cubicBezTo>
                    <a:pt x="4782690" y="4505289"/>
                    <a:pt x="6686866" y="4496399"/>
                    <a:pt x="8595129" y="4496399"/>
                  </a:cubicBezTo>
                  <a:cubicBezTo>
                    <a:pt x="9490010" y="4478619"/>
                    <a:pt x="10556512" y="4500209"/>
                    <a:pt x="11618928" y="4493859"/>
                  </a:cubicBezTo>
                  <a:cubicBezTo>
                    <a:pt x="11627099" y="4493859"/>
                    <a:pt x="11623014" y="4495129"/>
                    <a:pt x="11618928" y="4495129"/>
                  </a:cubicBezTo>
                  <a:cubicBezTo>
                    <a:pt x="11966256" y="4491319"/>
                    <a:pt x="12468860" y="4488779"/>
                    <a:pt x="12881568" y="4491319"/>
                  </a:cubicBezTo>
                  <a:lnTo>
                    <a:pt x="13232983" y="4483699"/>
                  </a:lnTo>
                  <a:cubicBezTo>
                    <a:pt x="14021621" y="4488779"/>
                    <a:pt x="14818433" y="4491319"/>
                    <a:pt x="15080137" y="4491319"/>
                  </a:cubicBezTo>
                  <a:lnTo>
                    <a:pt x="15718947" y="4491319"/>
                  </a:lnTo>
                  <a:cubicBezTo>
                    <a:pt x="15715137" y="4492589"/>
                    <a:pt x="15703706" y="4493859"/>
                    <a:pt x="15679576" y="4495129"/>
                  </a:cubicBezTo>
                  <a:cubicBezTo>
                    <a:pt x="15698626" y="4496399"/>
                    <a:pt x="15771017" y="4496399"/>
                    <a:pt x="15806576" y="4492589"/>
                  </a:cubicBezTo>
                  <a:cubicBezTo>
                    <a:pt x="15811656" y="4492589"/>
                    <a:pt x="15816737" y="4491319"/>
                    <a:pt x="15820547" y="4491319"/>
                  </a:cubicBezTo>
                  <a:lnTo>
                    <a:pt x="15845947" y="4491319"/>
                  </a:lnTo>
                  <a:lnTo>
                    <a:pt x="15845947" y="4476079"/>
                  </a:lnTo>
                  <a:cubicBezTo>
                    <a:pt x="15853567" y="4472269"/>
                    <a:pt x="15839597" y="4473539"/>
                    <a:pt x="15845947" y="4465919"/>
                  </a:cubicBezTo>
                  <a:lnTo>
                    <a:pt x="15845947" y="4159849"/>
                  </a:lnTo>
                  <a:cubicBezTo>
                    <a:pt x="15851026" y="4178899"/>
                    <a:pt x="15843406" y="4242399"/>
                    <a:pt x="15852297" y="4233509"/>
                  </a:cubicBezTo>
                  <a:cubicBezTo>
                    <a:pt x="15856106" y="4189059"/>
                    <a:pt x="15849756" y="4170009"/>
                    <a:pt x="15845947" y="4159849"/>
                  </a:cubicBezTo>
                  <a:cubicBezTo>
                    <a:pt x="15845947" y="3978239"/>
                    <a:pt x="15847217" y="3795359"/>
                    <a:pt x="15847217" y="3613749"/>
                  </a:cubicBezTo>
                  <a:cubicBezTo>
                    <a:pt x="15848487" y="3498179"/>
                    <a:pt x="15848487" y="3426504"/>
                    <a:pt x="15849756" y="3361955"/>
                  </a:cubicBezTo>
                  <a:cubicBezTo>
                    <a:pt x="15856106" y="3552789"/>
                    <a:pt x="15851026" y="3841079"/>
                    <a:pt x="15849756" y="4124289"/>
                  </a:cubicBezTo>
                  <a:cubicBezTo>
                    <a:pt x="15853567" y="4138259"/>
                    <a:pt x="15854837" y="4087459"/>
                    <a:pt x="15858647" y="4123019"/>
                  </a:cubicBezTo>
                  <a:cubicBezTo>
                    <a:pt x="15863726" y="4004909"/>
                    <a:pt x="15848487" y="3907119"/>
                    <a:pt x="15856106" y="3800439"/>
                  </a:cubicBezTo>
                  <a:lnTo>
                    <a:pt x="15859917" y="3814409"/>
                  </a:lnTo>
                  <a:cubicBezTo>
                    <a:pt x="15862456" y="3736939"/>
                    <a:pt x="15849756" y="3799169"/>
                    <a:pt x="15854837" y="3717889"/>
                  </a:cubicBezTo>
                  <a:cubicBezTo>
                    <a:pt x="15859917" y="3688679"/>
                    <a:pt x="15861187" y="3729319"/>
                    <a:pt x="15862456" y="3714079"/>
                  </a:cubicBezTo>
                  <a:close/>
                  <a:moveTo>
                    <a:pt x="15390017" y="4464649"/>
                  </a:moveTo>
                  <a:lnTo>
                    <a:pt x="15417956" y="4464649"/>
                  </a:lnTo>
                  <a:cubicBezTo>
                    <a:pt x="15411606" y="4463379"/>
                    <a:pt x="15402717" y="4463379"/>
                    <a:pt x="15390017" y="44646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409904" y="4004218"/>
            <a:ext cx="2654830" cy="2654830"/>
            <a:chOff x="0" y="0"/>
            <a:chExt cx="14840029" cy="14840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9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5F4F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31476" t="-28285" r="-8241" b="-8236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916988" y="4004218"/>
            <a:ext cx="2654830" cy="2654830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9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5F4F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13481" t="-11741" r="-7703" b="-70964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9421507" y="4004218"/>
            <a:ext cx="2654830" cy="2654830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9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5F4F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-25046" r="223" b="-25046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926026" y="4004218"/>
            <a:ext cx="2654830" cy="2654830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9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5F4F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223" t="-25046" r="223" b="-25046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1405989">
            <a:off x="16008369" y="-314726"/>
            <a:ext cx="2781813" cy="2791966"/>
          </a:xfrm>
          <a:custGeom>
            <a:avLst/>
            <a:gdLst/>
            <a:ahLst/>
            <a:cxnLst/>
            <a:rect r="r" b="b" t="t" l="l"/>
            <a:pathLst>
              <a:path h="2791966" w="2781813">
                <a:moveTo>
                  <a:pt x="0" y="0"/>
                </a:moveTo>
                <a:lnTo>
                  <a:pt x="2781813" y="0"/>
                </a:lnTo>
                <a:lnTo>
                  <a:pt x="2781813" y="2791966"/>
                </a:lnTo>
                <a:lnTo>
                  <a:pt x="0" y="2791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907772">
            <a:off x="-762429" y="8895780"/>
            <a:ext cx="3995672" cy="2782441"/>
          </a:xfrm>
          <a:custGeom>
            <a:avLst/>
            <a:gdLst/>
            <a:ahLst/>
            <a:cxnLst/>
            <a:rect r="r" b="b" t="t" l="l"/>
            <a:pathLst>
              <a:path h="2782441" w="3995672">
                <a:moveTo>
                  <a:pt x="0" y="0"/>
                </a:moveTo>
                <a:lnTo>
                  <a:pt x="3995672" y="0"/>
                </a:lnTo>
                <a:lnTo>
                  <a:pt x="3995672" y="2782440"/>
                </a:lnTo>
                <a:lnTo>
                  <a:pt x="0" y="27824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98773" y="6852633"/>
            <a:ext cx="2765961" cy="668860"/>
          </a:xfrm>
          <a:custGeom>
            <a:avLst/>
            <a:gdLst/>
            <a:ahLst/>
            <a:cxnLst/>
            <a:rect r="r" b="b" t="t" l="l"/>
            <a:pathLst>
              <a:path h="668860" w="2765961">
                <a:moveTo>
                  <a:pt x="0" y="0"/>
                </a:moveTo>
                <a:lnTo>
                  <a:pt x="2765962" y="0"/>
                </a:lnTo>
                <a:lnTo>
                  <a:pt x="2765962" y="668860"/>
                </a:lnTo>
                <a:lnTo>
                  <a:pt x="0" y="6688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5861422" y="6852633"/>
            <a:ext cx="2765961" cy="668860"/>
          </a:xfrm>
          <a:custGeom>
            <a:avLst/>
            <a:gdLst/>
            <a:ahLst/>
            <a:cxnLst/>
            <a:rect r="r" b="b" t="t" l="l"/>
            <a:pathLst>
              <a:path h="668860" w="2765961">
                <a:moveTo>
                  <a:pt x="0" y="0"/>
                </a:moveTo>
                <a:lnTo>
                  <a:pt x="2765962" y="0"/>
                </a:lnTo>
                <a:lnTo>
                  <a:pt x="2765962" y="668860"/>
                </a:lnTo>
                <a:lnTo>
                  <a:pt x="0" y="6688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365942" y="6852633"/>
            <a:ext cx="2765961" cy="668860"/>
          </a:xfrm>
          <a:custGeom>
            <a:avLst/>
            <a:gdLst/>
            <a:ahLst/>
            <a:cxnLst/>
            <a:rect r="r" b="b" t="t" l="l"/>
            <a:pathLst>
              <a:path h="668860" w="2765961">
                <a:moveTo>
                  <a:pt x="0" y="0"/>
                </a:moveTo>
                <a:lnTo>
                  <a:pt x="2765961" y="0"/>
                </a:lnTo>
                <a:lnTo>
                  <a:pt x="2765961" y="668860"/>
                </a:lnTo>
                <a:lnTo>
                  <a:pt x="0" y="6688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2870461" y="6852633"/>
            <a:ext cx="2765961" cy="668860"/>
          </a:xfrm>
          <a:custGeom>
            <a:avLst/>
            <a:gdLst/>
            <a:ahLst/>
            <a:cxnLst/>
            <a:rect r="r" b="b" t="t" l="l"/>
            <a:pathLst>
              <a:path h="668860" w="2765961">
                <a:moveTo>
                  <a:pt x="0" y="0"/>
                </a:moveTo>
                <a:lnTo>
                  <a:pt x="2765961" y="0"/>
                </a:lnTo>
                <a:lnTo>
                  <a:pt x="2765961" y="668860"/>
                </a:lnTo>
                <a:lnTo>
                  <a:pt x="0" y="6688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69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2298773" y="6964841"/>
            <a:ext cx="2765961" cy="39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Benjamin Shah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61422" y="6964841"/>
            <a:ext cx="2765961" cy="39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Olivia Wilson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65942" y="6964841"/>
            <a:ext cx="2765961" cy="39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Alfredo Torres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70461" y="6964841"/>
            <a:ext cx="2765961" cy="39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Claudia Alves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204227" y="1864891"/>
            <a:ext cx="3583776" cy="1185904"/>
          </a:xfrm>
          <a:custGeom>
            <a:avLst/>
            <a:gdLst/>
            <a:ahLst/>
            <a:cxnLst/>
            <a:rect r="r" b="b" t="t" l="l"/>
            <a:pathLst>
              <a:path h="1185904" w="3583776">
                <a:moveTo>
                  <a:pt x="0" y="0"/>
                </a:moveTo>
                <a:lnTo>
                  <a:pt x="3583776" y="0"/>
                </a:lnTo>
                <a:lnTo>
                  <a:pt x="3583776" y="1185904"/>
                </a:lnTo>
                <a:lnTo>
                  <a:pt x="0" y="118590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69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2602876" y="1481307"/>
            <a:ext cx="13082248" cy="135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87"/>
              </a:lnSpc>
              <a:spcBef>
                <a:spcPct val="0"/>
              </a:spcBef>
            </a:pPr>
            <a:r>
              <a:rPr lang="en-US" sz="11570" spc="39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Project members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0148" y="6037690"/>
            <a:ext cx="1991601" cy="563245"/>
            <a:chOff x="0" y="0"/>
            <a:chExt cx="212535" cy="60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535" cy="60107"/>
            </a:xfrm>
            <a:custGeom>
              <a:avLst/>
              <a:gdLst/>
              <a:ahLst/>
              <a:cxnLst/>
              <a:rect r="r" b="b" t="t" l="l"/>
              <a:pathLst>
                <a:path h="60107" w="212535">
                  <a:moveTo>
                    <a:pt x="30054" y="0"/>
                  </a:moveTo>
                  <a:lnTo>
                    <a:pt x="182482" y="0"/>
                  </a:lnTo>
                  <a:cubicBezTo>
                    <a:pt x="199080" y="0"/>
                    <a:pt x="212535" y="13455"/>
                    <a:pt x="212535" y="30054"/>
                  </a:cubicBezTo>
                  <a:lnTo>
                    <a:pt x="212535" y="30054"/>
                  </a:lnTo>
                  <a:cubicBezTo>
                    <a:pt x="212535" y="38024"/>
                    <a:pt x="209369" y="45668"/>
                    <a:pt x="203733" y="51305"/>
                  </a:cubicBezTo>
                  <a:cubicBezTo>
                    <a:pt x="198097" y="56941"/>
                    <a:pt x="190452" y="60107"/>
                    <a:pt x="182482" y="60107"/>
                  </a:cubicBezTo>
                  <a:lnTo>
                    <a:pt x="30054" y="60107"/>
                  </a:lnTo>
                  <a:cubicBezTo>
                    <a:pt x="13455" y="60107"/>
                    <a:pt x="0" y="46652"/>
                    <a:pt x="0" y="30054"/>
                  </a:cubicBezTo>
                  <a:lnTo>
                    <a:pt x="0" y="30054"/>
                  </a:lnTo>
                  <a:cubicBezTo>
                    <a:pt x="0" y="13455"/>
                    <a:pt x="13455" y="0"/>
                    <a:pt x="30054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2535" cy="9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68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S</a:t>
              </a:r>
              <a:r>
                <a:rPr lang="en-US" b="true" sz="2000" spc="68" strike="noStrike" u="none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TAGE 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81441" y="6037690"/>
            <a:ext cx="1991601" cy="563245"/>
            <a:chOff x="0" y="0"/>
            <a:chExt cx="212535" cy="601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535" cy="60107"/>
            </a:xfrm>
            <a:custGeom>
              <a:avLst/>
              <a:gdLst/>
              <a:ahLst/>
              <a:cxnLst/>
              <a:rect r="r" b="b" t="t" l="l"/>
              <a:pathLst>
                <a:path h="60107" w="212535">
                  <a:moveTo>
                    <a:pt x="30054" y="0"/>
                  </a:moveTo>
                  <a:lnTo>
                    <a:pt x="182482" y="0"/>
                  </a:lnTo>
                  <a:cubicBezTo>
                    <a:pt x="199080" y="0"/>
                    <a:pt x="212535" y="13455"/>
                    <a:pt x="212535" y="30054"/>
                  </a:cubicBezTo>
                  <a:lnTo>
                    <a:pt x="212535" y="30054"/>
                  </a:lnTo>
                  <a:cubicBezTo>
                    <a:pt x="212535" y="38024"/>
                    <a:pt x="209369" y="45668"/>
                    <a:pt x="203733" y="51305"/>
                  </a:cubicBezTo>
                  <a:cubicBezTo>
                    <a:pt x="198097" y="56941"/>
                    <a:pt x="190452" y="60107"/>
                    <a:pt x="182482" y="60107"/>
                  </a:cubicBezTo>
                  <a:lnTo>
                    <a:pt x="30054" y="60107"/>
                  </a:lnTo>
                  <a:cubicBezTo>
                    <a:pt x="13455" y="60107"/>
                    <a:pt x="0" y="46652"/>
                    <a:pt x="0" y="30054"/>
                  </a:cubicBezTo>
                  <a:lnTo>
                    <a:pt x="0" y="30054"/>
                  </a:lnTo>
                  <a:cubicBezTo>
                    <a:pt x="0" y="13455"/>
                    <a:pt x="13455" y="0"/>
                    <a:pt x="30054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2535" cy="9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68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S</a:t>
              </a:r>
              <a:r>
                <a:rPr lang="en-US" b="true" sz="2000" spc="68" strike="noStrike" u="none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TAGE 03</a:t>
              </a:r>
            </a:p>
          </p:txBody>
        </p:sp>
      </p:grpSp>
      <p:sp>
        <p:nvSpPr>
          <p:cNvPr name="Freeform 9" id="9"/>
          <p:cNvSpPr/>
          <p:nvPr/>
        </p:nvSpPr>
        <p:spPr>
          <a:xfrm>
            <a:off x="3191749" y="5250873"/>
            <a:ext cx="2363181" cy="1068439"/>
          </a:xfrm>
          <a:custGeom>
            <a:avLst/>
            <a:gdLst/>
            <a:ahLst/>
            <a:cxnLst/>
            <a:rect r="r" b="b" t="t" l="l"/>
            <a:pathLst>
              <a:path h="1068439" w="2363181">
                <a:moveTo>
                  <a:pt x="0" y="1068439"/>
                </a:moveTo>
                <a:lnTo>
                  <a:pt x="2134581" y="1068439"/>
                </a:lnTo>
                <a:cubicBezTo>
                  <a:pt x="2195209" y="1068439"/>
                  <a:pt x="2253355" y="1044355"/>
                  <a:pt x="2296226" y="1001484"/>
                </a:cubicBezTo>
                <a:cubicBezTo>
                  <a:pt x="2339096" y="958613"/>
                  <a:pt x="2363181" y="900468"/>
                  <a:pt x="2363181" y="839839"/>
                </a:cubicBezTo>
                <a:lnTo>
                  <a:pt x="2363181" y="0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>
            <a:off x="10073042" y="5250873"/>
            <a:ext cx="2568177" cy="1068439"/>
          </a:xfrm>
          <a:custGeom>
            <a:avLst/>
            <a:gdLst/>
            <a:ahLst/>
            <a:cxnLst/>
            <a:rect r="r" b="b" t="t" l="l"/>
            <a:pathLst>
              <a:path h="1068439" w="2568177">
                <a:moveTo>
                  <a:pt x="0" y="1068439"/>
                </a:moveTo>
                <a:lnTo>
                  <a:pt x="2339576" y="1068439"/>
                </a:lnTo>
                <a:cubicBezTo>
                  <a:pt x="2400205" y="1068439"/>
                  <a:pt x="2458350" y="1044355"/>
                  <a:pt x="2501221" y="1001484"/>
                </a:cubicBezTo>
                <a:cubicBezTo>
                  <a:pt x="2544092" y="958613"/>
                  <a:pt x="2568176" y="900468"/>
                  <a:pt x="2568176" y="839839"/>
                </a:cubicBezTo>
                <a:lnTo>
                  <a:pt x="2568176" y="0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4192497" y="5926258"/>
            <a:ext cx="2888196" cy="18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2"/>
              </a:lnSpc>
              <a:spcBef>
                <a:spcPct val="0"/>
              </a:spcBef>
            </a:pPr>
            <a:r>
              <a:rPr lang="en-US" sz="1730" spc="-91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2821" y="5926258"/>
            <a:ext cx="2888196" cy="18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2"/>
              </a:lnSpc>
              <a:spcBef>
                <a:spcPct val="0"/>
              </a:spcBef>
            </a:pPr>
            <a:r>
              <a:rPr lang="en-US" sz="1730" spc="-91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59129" y="5250873"/>
            <a:ext cx="1991601" cy="563245"/>
            <a:chOff x="0" y="0"/>
            <a:chExt cx="212535" cy="601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535" cy="60107"/>
            </a:xfrm>
            <a:custGeom>
              <a:avLst/>
              <a:gdLst/>
              <a:ahLst/>
              <a:cxnLst/>
              <a:rect r="r" b="b" t="t" l="l"/>
              <a:pathLst>
                <a:path h="60107" w="212535">
                  <a:moveTo>
                    <a:pt x="30054" y="0"/>
                  </a:moveTo>
                  <a:lnTo>
                    <a:pt x="182482" y="0"/>
                  </a:lnTo>
                  <a:cubicBezTo>
                    <a:pt x="199080" y="0"/>
                    <a:pt x="212535" y="13455"/>
                    <a:pt x="212535" y="30054"/>
                  </a:cubicBezTo>
                  <a:lnTo>
                    <a:pt x="212535" y="30054"/>
                  </a:lnTo>
                  <a:cubicBezTo>
                    <a:pt x="212535" y="38024"/>
                    <a:pt x="209369" y="45668"/>
                    <a:pt x="203733" y="51305"/>
                  </a:cubicBezTo>
                  <a:cubicBezTo>
                    <a:pt x="198097" y="56941"/>
                    <a:pt x="190452" y="60107"/>
                    <a:pt x="182482" y="60107"/>
                  </a:cubicBezTo>
                  <a:lnTo>
                    <a:pt x="30054" y="60107"/>
                  </a:lnTo>
                  <a:cubicBezTo>
                    <a:pt x="13455" y="60107"/>
                    <a:pt x="0" y="46652"/>
                    <a:pt x="0" y="30054"/>
                  </a:cubicBezTo>
                  <a:lnTo>
                    <a:pt x="0" y="30054"/>
                  </a:lnTo>
                  <a:cubicBezTo>
                    <a:pt x="0" y="13455"/>
                    <a:pt x="13455" y="0"/>
                    <a:pt x="30054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2535" cy="9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68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S</a:t>
              </a:r>
              <a:r>
                <a:rPr lang="en-US" b="true" sz="2000" spc="68" strike="noStrike" u="none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TAGE 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45418" y="5250873"/>
            <a:ext cx="1991601" cy="563245"/>
            <a:chOff x="0" y="0"/>
            <a:chExt cx="212535" cy="601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535" cy="60107"/>
            </a:xfrm>
            <a:custGeom>
              <a:avLst/>
              <a:gdLst/>
              <a:ahLst/>
              <a:cxnLst/>
              <a:rect r="r" b="b" t="t" l="l"/>
              <a:pathLst>
                <a:path h="60107" w="212535">
                  <a:moveTo>
                    <a:pt x="30054" y="0"/>
                  </a:moveTo>
                  <a:lnTo>
                    <a:pt x="182482" y="0"/>
                  </a:lnTo>
                  <a:cubicBezTo>
                    <a:pt x="199080" y="0"/>
                    <a:pt x="212535" y="13455"/>
                    <a:pt x="212535" y="30054"/>
                  </a:cubicBezTo>
                  <a:lnTo>
                    <a:pt x="212535" y="30054"/>
                  </a:lnTo>
                  <a:cubicBezTo>
                    <a:pt x="212535" y="38024"/>
                    <a:pt x="209369" y="45668"/>
                    <a:pt x="203733" y="51305"/>
                  </a:cubicBezTo>
                  <a:cubicBezTo>
                    <a:pt x="198097" y="56941"/>
                    <a:pt x="190452" y="60107"/>
                    <a:pt x="182482" y="60107"/>
                  </a:cubicBezTo>
                  <a:lnTo>
                    <a:pt x="30054" y="60107"/>
                  </a:lnTo>
                  <a:cubicBezTo>
                    <a:pt x="13455" y="60107"/>
                    <a:pt x="0" y="46652"/>
                    <a:pt x="0" y="30054"/>
                  </a:cubicBezTo>
                  <a:lnTo>
                    <a:pt x="0" y="30054"/>
                  </a:lnTo>
                  <a:cubicBezTo>
                    <a:pt x="0" y="13455"/>
                    <a:pt x="13455" y="0"/>
                    <a:pt x="30054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2535" cy="9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68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S</a:t>
              </a:r>
              <a:r>
                <a:rPr lang="en-US" b="true" sz="2000" spc="68" strike="noStrike" u="none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TAGE 04</a:t>
              </a:r>
            </a:p>
          </p:txBody>
        </p:sp>
      </p:grpSp>
      <p:sp>
        <p:nvSpPr>
          <p:cNvPr name="Freeform 19" id="19"/>
          <p:cNvSpPr/>
          <p:nvPr/>
        </p:nvSpPr>
        <p:spPr>
          <a:xfrm>
            <a:off x="6550730" y="5532496"/>
            <a:ext cx="1530710" cy="786817"/>
          </a:xfrm>
          <a:custGeom>
            <a:avLst/>
            <a:gdLst/>
            <a:ahLst/>
            <a:cxnLst/>
            <a:rect r="r" b="b" t="t" l="l"/>
            <a:pathLst>
              <a:path h="786817" w="1530710">
                <a:moveTo>
                  <a:pt x="0" y="0"/>
                </a:moveTo>
                <a:lnTo>
                  <a:pt x="475548" y="0"/>
                </a:lnTo>
                <a:cubicBezTo>
                  <a:pt x="536177" y="0"/>
                  <a:pt x="594322" y="24084"/>
                  <a:pt x="637192" y="66955"/>
                </a:cubicBezTo>
                <a:cubicBezTo>
                  <a:pt x="680064" y="109826"/>
                  <a:pt x="704148" y="167971"/>
                  <a:pt x="704148" y="228600"/>
                </a:cubicBezTo>
                <a:lnTo>
                  <a:pt x="704148" y="558216"/>
                </a:lnTo>
                <a:cubicBezTo>
                  <a:pt x="704148" y="684469"/>
                  <a:pt x="806496" y="786816"/>
                  <a:pt x="932748" y="786816"/>
                </a:cubicBezTo>
                <a:lnTo>
                  <a:pt x="1530711" y="786816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5314190" y="5949141"/>
            <a:ext cx="1991601" cy="563245"/>
            <a:chOff x="0" y="0"/>
            <a:chExt cx="212535" cy="601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535" cy="60107"/>
            </a:xfrm>
            <a:custGeom>
              <a:avLst/>
              <a:gdLst/>
              <a:ahLst/>
              <a:cxnLst/>
              <a:rect r="r" b="b" t="t" l="l"/>
              <a:pathLst>
                <a:path h="60107" w="212535">
                  <a:moveTo>
                    <a:pt x="30054" y="0"/>
                  </a:moveTo>
                  <a:lnTo>
                    <a:pt x="182482" y="0"/>
                  </a:lnTo>
                  <a:cubicBezTo>
                    <a:pt x="199080" y="0"/>
                    <a:pt x="212535" y="13455"/>
                    <a:pt x="212535" y="30054"/>
                  </a:cubicBezTo>
                  <a:lnTo>
                    <a:pt x="212535" y="30054"/>
                  </a:lnTo>
                  <a:cubicBezTo>
                    <a:pt x="212535" y="38024"/>
                    <a:pt x="209369" y="45668"/>
                    <a:pt x="203733" y="51305"/>
                  </a:cubicBezTo>
                  <a:cubicBezTo>
                    <a:pt x="198097" y="56941"/>
                    <a:pt x="190452" y="60107"/>
                    <a:pt x="182482" y="60107"/>
                  </a:cubicBezTo>
                  <a:lnTo>
                    <a:pt x="30054" y="60107"/>
                  </a:lnTo>
                  <a:cubicBezTo>
                    <a:pt x="13455" y="60107"/>
                    <a:pt x="0" y="46652"/>
                    <a:pt x="0" y="30054"/>
                  </a:cubicBezTo>
                  <a:lnTo>
                    <a:pt x="0" y="30054"/>
                  </a:lnTo>
                  <a:cubicBezTo>
                    <a:pt x="0" y="13455"/>
                    <a:pt x="13455" y="0"/>
                    <a:pt x="30054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2535" cy="9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68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S</a:t>
              </a:r>
              <a:r>
                <a:rPr lang="en-US" b="true" sz="2000" spc="68" strike="noStrike" u="none">
                  <a:solidFill>
                    <a:srgbClr val="F9F9F4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TAGE 05</a:t>
              </a:r>
            </a:p>
          </p:txBody>
        </p:sp>
      </p:grpSp>
      <p:sp>
        <p:nvSpPr>
          <p:cNvPr name="Freeform 23" id="23"/>
          <p:cNvSpPr/>
          <p:nvPr/>
        </p:nvSpPr>
        <p:spPr>
          <a:xfrm>
            <a:off x="13637019" y="5532496"/>
            <a:ext cx="1677170" cy="698268"/>
          </a:xfrm>
          <a:custGeom>
            <a:avLst/>
            <a:gdLst/>
            <a:ahLst/>
            <a:cxnLst/>
            <a:rect r="r" b="b" t="t" l="l"/>
            <a:pathLst>
              <a:path h="698268" w="1677170">
                <a:moveTo>
                  <a:pt x="0" y="0"/>
                </a:moveTo>
                <a:lnTo>
                  <a:pt x="609986" y="0"/>
                </a:lnTo>
                <a:cubicBezTo>
                  <a:pt x="670615" y="0"/>
                  <a:pt x="728760" y="24084"/>
                  <a:pt x="771630" y="66955"/>
                </a:cubicBezTo>
                <a:cubicBezTo>
                  <a:pt x="814502" y="109826"/>
                  <a:pt x="838586" y="167971"/>
                  <a:pt x="838586" y="228600"/>
                </a:cubicBezTo>
                <a:lnTo>
                  <a:pt x="838586" y="469667"/>
                </a:lnTo>
                <a:cubicBezTo>
                  <a:pt x="838586" y="530296"/>
                  <a:pt x="862671" y="588441"/>
                  <a:pt x="905541" y="631312"/>
                </a:cubicBezTo>
                <a:cubicBezTo>
                  <a:pt x="948412" y="674183"/>
                  <a:pt x="1006557" y="698267"/>
                  <a:pt x="1067186" y="698267"/>
                </a:cubicBezTo>
                <a:lnTo>
                  <a:pt x="1677170" y="698267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3961017" y="710369"/>
            <a:ext cx="2303710" cy="636662"/>
          </a:xfrm>
          <a:custGeom>
            <a:avLst/>
            <a:gdLst/>
            <a:ahLst/>
            <a:cxnLst/>
            <a:rect r="r" b="b" t="t" l="l"/>
            <a:pathLst>
              <a:path h="636662" w="2303710">
                <a:moveTo>
                  <a:pt x="0" y="0"/>
                </a:moveTo>
                <a:lnTo>
                  <a:pt x="2303710" y="0"/>
                </a:lnTo>
                <a:lnTo>
                  <a:pt x="2303710" y="636662"/>
                </a:lnTo>
                <a:lnTo>
                  <a:pt x="0" y="636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865892" y="1385732"/>
            <a:ext cx="2303710" cy="636662"/>
          </a:xfrm>
          <a:custGeom>
            <a:avLst/>
            <a:gdLst/>
            <a:ahLst/>
            <a:cxnLst/>
            <a:rect r="r" b="b" t="t" l="l"/>
            <a:pathLst>
              <a:path h="636662" w="2303710">
                <a:moveTo>
                  <a:pt x="0" y="0"/>
                </a:moveTo>
                <a:lnTo>
                  <a:pt x="2303710" y="0"/>
                </a:lnTo>
                <a:lnTo>
                  <a:pt x="2303710" y="636662"/>
                </a:lnTo>
                <a:lnTo>
                  <a:pt x="0" y="636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416252" y="1643400"/>
            <a:ext cx="3664441" cy="1012718"/>
          </a:xfrm>
          <a:custGeom>
            <a:avLst/>
            <a:gdLst/>
            <a:ahLst/>
            <a:cxnLst/>
            <a:rect r="r" b="b" t="t" l="l"/>
            <a:pathLst>
              <a:path h="1012718" w="3664441">
                <a:moveTo>
                  <a:pt x="0" y="0"/>
                </a:moveTo>
                <a:lnTo>
                  <a:pt x="3664441" y="0"/>
                </a:lnTo>
                <a:lnTo>
                  <a:pt x="3664441" y="1012719"/>
                </a:lnTo>
                <a:lnTo>
                  <a:pt x="0" y="10127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34906" y="367565"/>
            <a:ext cx="5933135" cy="4516599"/>
          </a:xfrm>
          <a:custGeom>
            <a:avLst/>
            <a:gdLst/>
            <a:ahLst/>
            <a:cxnLst/>
            <a:rect r="r" b="b" t="t" l="l"/>
            <a:pathLst>
              <a:path h="4516599" w="5933135">
                <a:moveTo>
                  <a:pt x="0" y="0"/>
                </a:moveTo>
                <a:lnTo>
                  <a:pt x="5933136" y="0"/>
                </a:lnTo>
                <a:lnTo>
                  <a:pt x="5933136" y="4516599"/>
                </a:lnTo>
                <a:lnTo>
                  <a:pt x="0" y="45165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14401" y="9258300"/>
            <a:ext cx="3029098" cy="1894563"/>
          </a:xfrm>
          <a:custGeom>
            <a:avLst/>
            <a:gdLst/>
            <a:ahLst/>
            <a:cxnLst/>
            <a:rect r="r" b="b" t="t" l="l"/>
            <a:pathLst>
              <a:path h="1894563" w="3029098">
                <a:moveTo>
                  <a:pt x="0" y="0"/>
                </a:moveTo>
                <a:lnTo>
                  <a:pt x="3029098" y="0"/>
                </a:lnTo>
                <a:lnTo>
                  <a:pt x="3029098" y="1894563"/>
                </a:lnTo>
                <a:lnTo>
                  <a:pt x="0" y="1894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00148" y="2760894"/>
            <a:ext cx="8916841" cy="139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  <a:spcBef>
                <a:spcPct val="0"/>
              </a:spcBef>
            </a:pPr>
            <a:r>
              <a:rPr lang="en-US" sz="2674" spc="-141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1850" y="6816841"/>
            <a:ext cx="2888196" cy="18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2"/>
              </a:lnSpc>
              <a:spcBef>
                <a:spcPct val="0"/>
              </a:spcBef>
            </a:pPr>
            <a:r>
              <a:rPr lang="en-US" sz="1730" spc="-91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33143" y="6816841"/>
            <a:ext cx="2888196" cy="18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2"/>
              </a:lnSpc>
              <a:spcBef>
                <a:spcPct val="0"/>
              </a:spcBef>
            </a:pPr>
            <a:r>
              <a:rPr lang="en-US" sz="1730" spc="-91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65892" y="6728292"/>
            <a:ext cx="2888196" cy="18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2"/>
              </a:lnSpc>
              <a:spcBef>
                <a:spcPct val="0"/>
              </a:spcBef>
            </a:pPr>
            <a:r>
              <a:rPr lang="en-US" sz="1730" spc="-91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6200" y="1293420"/>
            <a:ext cx="8916841" cy="151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18"/>
              </a:lnSpc>
            </a:pPr>
            <a:r>
              <a:rPr lang="en-US" sz="10373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Project Timeline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718" r="0" b="-8071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670" y="4647076"/>
            <a:ext cx="5643855" cy="2970079"/>
          </a:xfrm>
          <a:custGeom>
            <a:avLst/>
            <a:gdLst/>
            <a:ahLst/>
            <a:cxnLst/>
            <a:rect r="r" b="b" t="t" l="l"/>
            <a:pathLst>
              <a:path h="2970079" w="5643855">
                <a:moveTo>
                  <a:pt x="5643855" y="0"/>
                </a:moveTo>
                <a:lnTo>
                  <a:pt x="0" y="0"/>
                </a:lnTo>
                <a:lnTo>
                  <a:pt x="0" y="2970079"/>
                </a:lnTo>
                <a:lnTo>
                  <a:pt x="5643855" y="2970079"/>
                </a:lnTo>
                <a:lnTo>
                  <a:pt x="564385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227" y="2992591"/>
            <a:ext cx="4880837" cy="171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38"/>
              </a:lnSpc>
            </a:pPr>
            <a:r>
              <a:rPr lang="en-US" sz="11730">
                <a:solidFill>
                  <a:srgbClr val="000102"/>
                </a:solidFill>
                <a:latin typeface="Avallon Alt"/>
                <a:ea typeface="Avallon Alt"/>
                <a:cs typeface="Avallon Alt"/>
                <a:sym typeface="Avallon Alt"/>
              </a:rPr>
              <a:t>Scheme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791802" y="1696512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5" y="0"/>
                </a:lnTo>
                <a:lnTo>
                  <a:pt x="1763855" y="1606712"/>
                </a:lnTo>
                <a:lnTo>
                  <a:pt x="0" y="160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91762" y="3652247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5" y="0"/>
                </a:lnTo>
                <a:lnTo>
                  <a:pt x="1763855" y="1606712"/>
                </a:lnTo>
                <a:lnTo>
                  <a:pt x="0" y="1606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71733" y="5730013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5" y="0"/>
                </a:lnTo>
                <a:lnTo>
                  <a:pt x="1763855" y="1606712"/>
                </a:lnTo>
                <a:lnTo>
                  <a:pt x="0" y="16067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40683" y="7807779"/>
            <a:ext cx="1763855" cy="1606711"/>
          </a:xfrm>
          <a:custGeom>
            <a:avLst/>
            <a:gdLst/>
            <a:ahLst/>
            <a:cxnLst/>
            <a:rect r="r" b="b" t="t" l="l"/>
            <a:pathLst>
              <a:path h="1606711" w="1763855">
                <a:moveTo>
                  <a:pt x="0" y="0"/>
                </a:moveTo>
                <a:lnTo>
                  <a:pt x="1763854" y="0"/>
                </a:lnTo>
                <a:lnTo>
                  <a:pt x="1763854" y="1606711"/>
                </a:lnTo>
                <a:lnTo>
                  <a:pt x="0" y="16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83267" y="2016151"/>
            <a:ext cx="678685" cy="748050"/>
          </a:xfrm>
          <a:custGeom>
            <a:avLst/>
            <a:gdLst/>
            <a:ahLst/>
            <a:cxnLst/>
            <a:rect r="r" b="b" t="t" l="l"/>
            <a:pathLst>
              <a:path h="748050" w="678685">
                <a:moveTo>
                  <a:pt x="0" y="0"/>
                </a:moveTo>
                <a:lnTo>
                  <a:pt x="678686" y="0"/>
                </a:lnTo>
                <a:lnTo>
                  <a:pt x="678686" y="748050"/>
                </a:lnTo>
                <a:lnTo>
                  <a:pt x="0" y="748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13163" y="3983341"/>
            <a:ext cx="1099614" cy="873694"/>
          </a:xfrm>
          <a:custGeom>
            <a:avLst/>
            <a:gdLst/>
            <a:ahLst/>
            <a:cxnLst/>
            <a:rect r="r" b="b" t="t" l="l"/>
            <a:pathLst>
              <a:path h="873694" w="1099614">
                <a:moveTo>
                  <a:pt x="0" y="0"/>
                </a:moveTo>
                <a:lnTo>
                  <a:pt x="1099615" y="0"/>
                </a:lnTo>
                <a:lnTo>
                  <a:pt x="1099615" y="873693"/>
                </a:lnTo>
                <a:lnTo>
                  <a:pt x="0" y="8736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83840" y="7936059"/>
            <a:ext cx="1277540" cy="912861"/>
          </a:xfrm>
          <a:custGeom>
            <a:avLst/>
            <a:gdLst/>
            <a:ahLst/>
            <a:cxnLst/>
            <a:rect r="r" b="b" t="t" l="l"/>
            <a:pathLst>
              <a:path h="912861" w="1277540">
                <a:moveTo>
                  <a:pt x="0" y="0"/>
                </a:moveTo>
                <a:lnTo>
                  <a:pt x="1277540" y="0"/>
                </a:lnTo>
                <a:lnTo>
                  <a:pt x="1277540" y="912861"/>
                </a:lnTo>
                <a:lnTo>
                  <a:pt x="0" y="912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13163" y="5993859"/>
            <a:ext cx="921052" cy="912679"/>
          </a:xfrm>
          <a:custGeom>
            <a:avLst/>
            <a:gdLst/>
            <a:ahLst/>
            <a:cxnLst/>
            <a:rect r="r" b="b" t="t" l="l"/>
            <a:pathLst>
              <a:path h="912679" w="921052">
                <a:moveTo>
                  <a:pt x="0" y="0"/>
                </a:moveTo>
                <a:lnTo>
                  <a:pt x="921052" y="0"/>
                </a:lnTo>
                <a:lnTo>
                  <a:pt x="921052" y="912679"/>
                </a:lnTo>
                <a:lnTo>
                  <a:pt x="0" y="91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2798" y="8982659"/>
            <a:ext cx="3467261" cy="863663"/>
          </a:xfrm>
          <a:custGeom>
            <a:avLst/>
            <a:gdLst/>
            <a:ahLst/>
            <a:cxnLst/>
            <a:rect r="r" b="b" t="t" l="l"/>
            <a:pathLst>
              <a:path h="863663" w="3467261">
                <a:moveTo>
                  <a:pt x="0" y="0"/>
                </a:moveTo>
                <a:lnTo>
                  <a:pt x="3467261" y="0"/>
                </a:lnTo>
                <a:lnTo>
                  <a:pt x="3467261" y="863663"/>
                </a:lnTo>
                <a:lnTo>
                  <a:pt x="0" y="8636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16264" y="4156622"/>
            <a:ext cx="1175448" cy="799305"/>
          </a:xfrm>
          <a:custGeom>
            <a:avLst/>
            <a:gdLst/>
            <a:ahLst/>
            <a:cxnLst/>
            <a:rect r="r" b="b" t="t" l="l"/>
            <a:pathLst>
              <a:path h="799305" w="1175448">
                <a:moveTo>
                  <a:pt x="0" y="0"/>
                </a:moveTo>
                <a:lnTo>
                  <a:pt x="1175448" y="0"/>
                </a:lnTo>
                <a:lnTo>
                  <a:pt x="1175448" y="799305"/>
                </a:lnTo>
                <a:lnTo>
                  <a:pt x="0" y="7993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695543" y="5982201"/>
            <a:ext cx="1175448" cy="799305"/>
          </a:xfrm>
          <a:custGeom>
            <a:avLst/>
            <a:gdLst/>
            <a:ahLst/>
            <a:cxnLst/>
            <a:rect r="r" b="b" t="t" l="l"/>
            <a:pathLst>
              <a:path h="799305" w="1175448">
                <a:moveTo>
                  <a:pt x="0" y="0"/>
                </a:moveTo>
                <a:lnTo>
                  <a:pt x="1175448" y="0"/>
                </a:lnTo>
                <a:lnTo>
                  <a:pt x="1175448" y="799304"/>
                </a:lnTo>
                <a:lnTo>
                  <a:pt x="0" y="7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92497">
            <a:off x="5565234" y="2526264"/>
            <a:ext cx="1175448" cy="799305"/>
          </a:xfrm>
          <a:custGeom>
            <a:avLst/>
            <a:gdLst/>
            <a:ahLst/>
            <a:cxnLst/>
            <a:rect r="r" b="b" t="t" l="l"/>
            <a:pathLst>
              <a:path h="799305" w="1175448">
                <a:moveTo>
                  <a:pt x="0" y="0"/>
                </a:moveTo>
                <a:lnTo>
                  <a:pt x="1175449" y="0"/>
                </a:lnTo>
                <a:lnTo>
                  <a:pt x="1175449" y="799305"/>
                </a:lnTo>
                <a:lnTo>
                  <a:pt x="0" y="7993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12708">
            <a:off x="5298333" y="8211482"/>
            <a:ext cx="1175448" cy="799305"/>
          </a:xfrm>
          <a:custGeom>
            <a:avLst/>
            <a:gdLst/>
            <a:ahLst/>
            <a:cxnLst/>
            <a:rect r="r" b="b" t="t" l="l"/>
            <a:pathLst>
              <a:path h="799305" w="1175448">
                <a:moveTo>
                  <a:pt x="0" y="0"/>
                </a:moveTo>
                <a:lnTo>
                  <a:pt x="1175448" y="0"/>
                </a:lnTo>
                <a:lnTo>
                  <a:pt x="1175448" y="799305"/>
                </a:lnTo>
                <a:lnTo>
                  <a:pt x="0" y="7993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680053" y="1708871"/>
            <a:ext cx="7766277" cy="121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8"/>
              </a:lnSpc>
              <a:spcBef>
                <a:spcPct val="0"/>
              </a:spcBef>
            </a:pPr>
            <a:r>
              <a:rPr lang="en-US" sz="2334" spc="-123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08432" y="3738881"/>
            <a:ext cx="7766277" cy="121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8"/>
              </a:lnSpc>
              <a:spcBef>
                <a:spcPct val="0"/>
              </a:spcBef>
            </a:pPr>
            <a:r>
              <a:rPr lang="en-US" sz="2334" spc="-123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08432" y="5768892"/>
            <a:ext cx="7766277" cy="121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8"/>
              </a:lnSpc>
              <a:spcBef>
                <a:spcPct val="0"/>
              </a:spcBef>
            </a:pPr>
            <a:r>
              <a:rPr lang="en-US" sz="2334" spc="-123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80053" y="7760154"/>
            <a:ext cx="7766277" cy="121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8"/>
              </a:lnSpc>
              <a:spcBef>
                <a:spcPct val="0"/>
              </a:spcBef>
            </a:pPr>
            <a:r>
              <a:rPr lang="en-US" sz="2334" spc="-123" strike="noStrike" u="none">
                <a:solidFill>
                  <a:srgbClr val="000102"/>
                </a:solidFill>
                <a:latin typeface="Shantell Sans"/>
                <a:ea typeface="Shantell Sans"/>
                <a:cs typeface="Shantell Sans"/>
                <a:sym typeface="Shantell Sans"/>
              </a:rPr>
              <a:t>Lorem ipsum dolor sit amet eget, consectetur adipiscing elit. Aliquam semper felis vel metus tincidunt, ut dignissim ex efficitur. Quisque facilisis in leo eget iaculis.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DAHWskncVhM</dc:identifier>
  <dcterms:modified xsi:type="dcterms:W3CDTF">2011-08-01T06:04:30Z</dcterms:modified>
  <cp:revision>1</cp:revision>
  <dc:title>white Creative doodle Graphics Presentation</dc:title>
</cp:coreProperties>
</file>